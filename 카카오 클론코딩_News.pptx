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2" r:id="rId4"/>
    <p:sldId id="26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7EEF7-4A67-45E9-93A2-5E09AE9EE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561C6B-38FF-457C-AD42-9550E16D1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FD27B6-78A4-447E-8969-34A4C1CE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14370-4543-4AE9-98EE-FD7AE180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408679-893A-4EA6-B8B3-0DC32431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40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E1884-E253-45C4-BDF8-6B4ED508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24E2B8-179A-46D4-A844-21CED554B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1108BA-ABFA-4161-94C4-62961FA7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707602-C4BC-463F-9A97-4FA6C651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6BA16C-9E60-4878-AA88-0B71C579E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108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CA749-58FE-4B36-8AC6-5786C9E86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51B85B-3166-4B2A-BFC5-914ABAE83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EAB858-F97F-47F6-B5EA-F7FB372C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3CC58-C36B-492D-A551-7C80E375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3ADE5-6EB4-4D1E-9156-7E896398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21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F50A7-C3A0-452C-9F81-4B491531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96C83-F125-4C16-94C5-CDD5178F7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0745EA-3ABE-4543-B480-73A544BDC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2EEC84-CD4A-409E-BD10-47C92530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ABDE6B-C0FE-4F38-AFB7-B282F823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FC279-753D-4382-A573-2A047EDE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85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4713F-6ABA-48B9-91BD-48B29D348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298C7-072F-4186-9AAA-962F823DE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9B1358-A60A-4D2B-A597-D3DA790C6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8191DC-519B-4D17-A5F6-A6F1E3765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D5E589-08D5-46AB-9BE0-C2FF4B807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8AC09D-E736-4A71-A3C4-0CE25C35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7C652DB-44F3-4098-9056-580C2BE1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6D6945-A167-4C0A-A830-33F9F263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3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B2731-C9E6-40CA-AAC3-56587012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53FD93-E689-4C84-B5EB-C58BFD8E6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7F4DCAF-8845-43DF-A2C0-1085A910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BE2B96-D2AD-43F7-A595-F778456E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50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EC0B81-D562-49A5-8B92-AE9ECB88F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3D206C-E576-47A8-9377-39AE872B1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6A12E0-A07A-499A-A36F-61B0235F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85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7B506-704E-4F13-AD08-135F5F4D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F90A9A-1343-46C8-95FF-4682E16B7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F74806-B48F-49A7-A9C1-265F57FD9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931788-0E62-4AD6-B840-9FCC09C6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6F810E-6490-495F-BFD1-DC72EF73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55DB97-A7CB-4F02-B7A5-585FCE51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63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7941C-68BE-4742-A7EB-F8FB34A26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D42F9C-C101-437C-AD08-D25398871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D614FC-A0A5-45D2-B4EA-42EDA6627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C607B3-34B7-4ADE-A07B-A6C0E8B44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79851C-4124-4311-B2B3-EF977D042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AE2773-7888-46DA-8A3F-5C97E8F5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4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437E5-5470-4185-A02E-5261932C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F50B42-5C03-4729-8093-10C4E979A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0100F-C107-48F9-A3BE-8428A7C2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A5245E-4D94-43DC-891A-277F04C4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E3AE8-CA19-4EDE-96BA-8799BE61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07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6F597C-7AC1-41DD-B013-84FA4FB3B8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DF338-9774-40A7-87B9-A973718A2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63857B-A650-405B-B4CC-106E27C34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BCEA5F-6CE7-4E43-A5DE-F17A7F18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E84B9-4DAA-425E-8884-BEE1F98D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26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7B78DA-8AC6-4A2E-B9BE-4CEE0652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452701-4684-408A-A4D1-A31A2D149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C668DA-FDE2-4D47-94D8-8500837D18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77CBB-0AA6-420C-83D0-140CE6DC0415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9B2C7-B161-4511-8EDF-462CE4C93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27C7CA-2DB1-4DF2-9784-D16F1CD18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452E3-5E6F-4A0A-BC47-7DF957F2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3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>
            <a:extLst>
              <a:ext uri="{FF2B5EF4-FFF2-40B4-BE49-F238E27FC236}">
                <a16:creationId xmlns:a16="http://schemas.microsoft.com/office/drawing/2014/main" id="{C6C7825B-1A3F-4E4C-851D-13AE06D5F1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-1979"/>
          <a:stretch/>
        </p:blipFill>
        <p:spPr>
          <a:xfrm>
            <a:off x="171496" y="908684"/>
            <a:ext cx="8477203" cy="58237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0CD325-B6BD-49B0-88B2-CD5BE1082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353499"/>
              </p:ext>
            </p:extLst>
          </p:nvPr>
        </p:nvGraphicFramePr>
        <p:xfrm>
          <a:off x="167341" y="85531"/>
          <a:ext cx="118453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2060732783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34575461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1500370508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119732648"/>
                    </a:ext>
                  </a:extLst>
                </a:gridCol>
                <a:gridCol w="1846557">
                  <a:extLst>
                    <a:ext uri="{9D8B030D-6E8A-4147-A177-3AD203B41FA5}">
                      <a16:colId xmlns:a16="http://schemas.microsoft.com/office/drawing/2014/main" val="2421768395"/>
                    </a:ext>
                  </a:extLst>
                </a:gridCol>
                <a:gridCol w="1537407">
                  <a:extLst>
                    <a:ext uri="{9D8B030D-6E8A-4147-A177-3AD203B41FA5}">
                      <a16:colId xmlns:a16="http://schemas.microsoft.com/office/drawing/2014/main" val="2571627240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41551347"/>
                    </a:ext>
                  </a:extLst>
                </a:gridCol>
              </a:tblGrid>
              <a:tr h="241374">
                <a:tc rowSpan="3">
                  <a:txBody>
                    <a:bodyPr/>
                    <a:lstStyle/>
                    <a:p>
                      <a:pPr latinLnBrk="1"/>
                      <a:endParaRPr lang="ko-KR" altLang="en-US" sz="11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프로젝트명</a:t>
                      </a:r>
                      <a:endParaRPr lang="en-US" altLang="ko-KR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카카오를 보다 달콤하게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서비스명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Ver.1</a:t>
                      </a:r>
                      <a:endParaRPr lang="ko-KR" altLang="en-US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3894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이정인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화면코드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News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일자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2022.04.06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48622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화면경로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메인 화면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상단 혹은 하단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”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카테고리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04"/>
                  </a:ext>
                </a:extLst>
              </a:tr>
            </a:tbl>
          </a:graphicData>
        </a:graphic>
      </p:graphicFrame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EBB9F698-A87C-42A8-A4F5-5F2295B29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042086"/>
              </p:ext>
            </p:extLst>
          </p:nvPr>
        </p:nvGraphicFramePr>
        <p:xfrm>
          <a:off x="8785412" y="817051"/>
          <a:ext cx="3227294" cy="5921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072">
                  <a:extLst>
                    <a:ext uri="{9D8B030D-6E8A-4147-A177-3AD203B41FA5}">
                      <a16:colId xmlns:a16="http://schemas.microsoft.com/office/drawing/2014/main" val="1032726533"/>
                    </a:ext>
                  </a:extLst>
                </a:gridCol>
                <a:gridCol w="2631222">
                  <a:extLst>
                    <a:ext uri="{9D8B030D-6E8A-4147-A177-3AD203B41FA5}">
                      <a16:colId xmlns:a16="http://schemas.microsoft.com/office/drawing/2014/main" val="3584690878"/>
                    </a:ext>
                  </a:extLst>
                </a:gridCol>
              </a:tblGrid>
              <a:tr h="301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105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37330"/>
                  </a:ext>
                </a:extLst>
              </a:tr>
              <a:tr h="3061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ysClr val="windowText" lastClr="000000"/>
                          </a:solidFill>
                        </a:rPr>
                        <a:t>기술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25494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 메인 페이지로 이동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41956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4852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2-2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076676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기술과 서비스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＇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668959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2-4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약속과 책임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7957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검색창으로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79007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전체 페이지 영문 번역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93630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자체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다크모드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전환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48520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뉴스페이지 타이틀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20561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7-1 ~ 7-5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까지 모든 페이지 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525916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7-1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보도자료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106544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7-2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나우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41883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미디어행사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460440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7-4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‘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지속가능경영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32105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 상세보기 페이지로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539975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공유하기 버튼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페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트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ko-KR" sz="1050" dirty="0" err="1">
                          <a:solidFill>
                            <a:sysClr val="windowText" lastClr="000000"/>
                          </a:solidFill>
                        </a:rPr>
                        <a:t>url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781408"/>
                  </a:ext>
                </a:extLst>
              </a:tr>
              <a:tr h="415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 상세보기 페이지에서 해시태그 클릭 시 해당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아티클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열람 가능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37069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29ED035-B848-461B-8CE7-5BA39AA67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016" y1="48485" x2="15016" y2="48485"/>
                        <a14:foregroundMark x1="10543" y1="46667" x2="10543" y2="46667"/>
                        <a14:foregroundMark x1="28754" y1="53939" x2="28754" y2="53939"/>
                        <a14:foregroundMark x1="34824" y1="48485" x2="34824" y2="48485"/>
                        <a14:foregroundMark x1="38658" y1="52727" x2="38658" y2="52727"/>
                        <a14:foregroundMark x1="51757" y1="52727" x2="51757" y2="52727"/>
                        <a14:foregroundMark x1="88818" y1="64242" x2="88818" y2="6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97" y="39715"/>
            <a:ext cx="1561496" cy="82315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50BB7A-5CE5-4085-84F6-DFA1EDEED2E0}"/>
              </a:ext>
            </a:extLst>
          </p:cNvPr>
          <p:cNvSpPr/>
          <p:nvPr/>
        </p:nvSpPr>
        <p:spPr>
          <a:xfrm>
            <a:off x="520944" y="952727"/>
            <a:ext cx="853781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5C78CD-60C6-442A-84F4-210E36585664}"/>
              </a:ext>
            </a:extLst>
          </p:cNvPr>
          <p:cNvSpPr/>
          <p:nvPr/>
        </p:nvSpPr>
        <p:spPr>
          <a:xfrm>
            <a:off x="3113624" y="968162"/>
            <a:ext cx="391745" cy="26583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BAD785-FA73-4768-849A-2DE111F6905E}"/>
              </a:ext>
            </a:extLst>
          </p:cNvPr>
          <p:cNvSpPr/>
          <p:nvPr/>
        </p:nvSpPr>
        <p:spPr>
          <a:xfrm>
            <a:off x="3607086" y="968162"/>
            <a:ext cx="391745" cy="26583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93633A-C212-4AD7-8E4E-57E159B0527C}"/>
              </a:ext>
            </a:extLst>
          </p:cNvPr>
          <p:cNvSpPr/>
          <p:nvPr/>
        </p:nvSpPr>
        <p:spPr>
          <a:xfrm>
            <a:off x="4114762" y="968164"/>
            <a:ext cx="614684" cy="265832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F9F6BE-4D74-4093-BC63-18098EF807F3}"/>
              </a:ext>
            </a:extLst>
          </p:cNvPr>
          <p:cNvSpPr/>
          <p:nvPr/>
        </p:nvSpPr>
        <p:spPr>
          <a:xfrm>
            <a:off x="4841011" y="968164"/>
            <a:ext cx="614684" cy="265832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F63E18-AD35-4F55-9C9E-F100AB393F69}"/>
              </a:ext>
            </a:extLst>
          </p:cNvPr>
          <p:cNvSpPr/>
          <p:nvPr/>
        </p:nvSpPr>
        <p:spPr>
          <a:xfrm>
            <a:off x="7559225" y="962230"/>
            <a:ext cx="282292" cy="28456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8FC2A9-8E40-41D4-9EF8-A7417A9B99F7}"/>
              </a:ext>
            </a:extLst>
          </p:cNvPr>
          <p:cNvSpPr/>
          <p:nvPr/>
        </p:nvSpPr>
        <p:spPr>
          <a:xfrm>
            <a:off x="7260944" y="966762"/>
            <a:ext cx="282292" cy="28456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4B2BB0-E578-482F-8678-2B08DBA81081}"/>
              </a:ext>
            </a:extLst>
          </p:cNvPr>
          <p:cNvSpPr/>
          <p:nvPr/>
        </p:nvSpPr>
        <p:spPr>
          <a:xfrm>
            <a:off x="6971289" y="966762"/>
            <a:ext cx="282292" cy="28456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EB2EA0-3437-488D-BC11-3ACFE24147B6}"/>
              </a:ext>
            </a:extLst>
          </p:cNvPr>
          <p:cNvSpPr/>
          <p:nvPr/>
        </p:nvSpPr>
        <p:spPr>
          <a:xfrm>
            <a:off x="814536" y="4574960"/>
            <a:ext cx="390953" cy="264459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F7E8F2-7CBD-4084-B063-61E5BDCCD13D}"/>
              </a:ext>
            </a:extLst>
          </p:cNvPr>
          <p:cNvSpPr/>
          <p:nvPr/>
        </p:nvSpPr>
        <p:spPr>
          <a:xfrm>
            <a:off x="741871" y="3667448"/>
            <a:ext cx="2231643" cy="2885809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35962F-B4AB-4039-B1B0-257BC2A9215D}"/>
              </a:ext>
            </a:extLst>
          </p:cNvPr>
          <p:cNvSpPr/>
          <p:nvPr/>
        </p:nvSpPr>
        <p:spPr>
          <a:xfrm>
            <a:off x="3051348" y="3127080"/>
            <a:ext cx="738108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A2AB820-9514-4CF9-9F4C-94F9FAC4EA2B}"/>
              </a:ext>
            </a:extLst>
          </p:cNvPr>
          <p:cNvSpPr/>
          <p:nvPr/>
        </p:nvSpPr>
        <p:spPr>
          <a:xfrm>
            <a:off x="2455173" y="3127080"/>
            <a:ext cx="586516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01695B-59A6-4562-A36F-0BFC4D637E1F}"/>
              </a:ext>
            </a:extLst>
          </p:cNvPr>
          <p:cNvSpPr/>
          <p:nvPr/>
        </p:nvSpPr>
        <p:spPr>
          <a:xfrm>
            <a:off x="1715330" y="3127080"/>
            <a:ext cx="730182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25DC29-A225-4420-8B00-31CA1EB963CA}"/>
              </a:ext>
            </a:extLst>
          </p:cNvPr>
          <p:cNvSpPr/>
          <p:nvPr/>
        </p:nvSpPr>
        <p:spPr>
          <a:xfrm>
            <a:off x="1151662" y="3127080"/>
            <a:ext cx="554007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9986A49-37CF-47A6-9B78-8C0195076018}"/>
              </a:ext>
            </a:extLst>
          </p:cNvPr>
          <p:cNvSpPr/>
          <p:nvPr/>
        </p:nvSpPr>
        <p:spPr>
          <a:xfrm>
            <a:off x="671026" y="3127080"/>
            <a:ext cx="470975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E57103B-3CD8-413F-B0AD-CA75FBBF244A}"/>
              </a:ext>
            </a:extLst>
          </p:cNvPr>
          <p:cNvSpPr/>
          <p:nvPr/>
        </p:nvSpPr>
        <p:spPr>
          <a:xfrm>
            <a:off x="6615417" y="973099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3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1C14B91-DFD2-4D79-9141-F78291626855}"/>
              </a:ext>
            </a:extLst>
          </p:cNvPr>
          <p:cNvSpPr/>
          <p:nvPr/>
        </p:nvSpPr>
        <p:spPr>
          <a:xfrm>
            <a:off x="7260944" y="1338428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4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5A6C037-E87A-4377-B67D-E3E5AA8C1631}"/>
              </a:ext>
            </a:extLst>
          </p:cNvPr>
          <p:cNvSpPr/>
          <p:nvPr/>
        </p:nvSpPr>
        <p:spPr>
          <a:xfrm>
            <a:off x="7912255" y="953604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5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E119AC5-7571-451D-986A-F5D9D92FAD65}"/>
              </a:ext>
            </a:extLst>
          </p:cNvPr>
          <p:cNvSpPr/>
          <p:nvPr/>
        </p:nvSpPr>
        <p:spPr>
          <a:xfrm>
            <a:off x="3716081" y="1928437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6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C62AFC8-8BCD-4EA1-9946-A62F8E9437C1}"/>
              </a:ext>
            </a:extLst>
          </p:cNvPr>
          <p:cNvSpPr/>
          <p:nvPr/>
        </p:nvSpPr>
        <p:spPr>
          <a:xfrm>
            <a:off x="1153824" y="2906500"/>
            <a:ext cx="554006" cy="2419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B18D2C6-0A7A-49A1-87CF-2A14BC59D3EA}"/>
              </a:ext>
            </a:extLst>
          </p:cNvPr>
          <p:cNvSpPr/>
          <p:nvPr/>
        </p:nvSpPr>
        <p:spPr>
          <a:xfrm>
            <a:off x="1804068" y="2906500"/>
            <a:ext cx="554006" cy="2419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EBA9BB4-CCF1-4563-9AA3-AEBE1E2484E6}"/>
              </a:ext>
            </a:extLst>
          </p:cNvPr>
          <p:cNvSpPr/>
          <p:nvPr/>
        </p:nvSpPr>
        <p:spPr>
          <a:xfrm>
            <a:off x="2468777" y="2917327"/>
            <a:ext cx="554006" cy="2419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7-3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15E9FC7-513F-46F7-B1EE-DFFF3A0AD843}"/>
              </a:ext>
            </a:extLst>
          </p:cNvPr>
          <p:cNvSpPr/>
          <p:nvPr/>
        </p:nvSpPr>
        <p:spPr>
          <a:xfrm>
            <a:off x="3150609" y="2906500"/>
            <a:ext cx="554006" cy="2419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7-4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08D150F-B1D1-4D0C-AFB3-54E70EFDA395}"/>
              </a:ext>
            </a:extLst>
          </p:cNvPr>
          <p:cNvSpPr/>
          <p:nvPr/>
        </p:nvSpPr>
        <p:spPr>
          <a:xfrm>
            <a:off x="4483608" y="1226931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2-3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7DD947E-3275-4795-84F1-D0B1EBE56F95}"/>
              </a:ext>
            </a:extLst>
          </p:cNvPr>
          <p:cNvSpPr/>
          <p:nvPr/>
        </p:nvSpPr>
        <p:spPr>
          <a:xfrm>
            <a:off x="5153624" y="1226931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2-4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72210FC-2E22-4820-A86F-5A8BCCF714CB}"/>
              </a:ext>
            </a:extLst>
          </p:cNvPr>
          <p:cNvSpPr/>
          <p:nvPr/>
        </p:nvSpPr>
        <p:spPr>
          <a:xfrm>
            <a:off x="2672172" y="3757020"/>
            <a:ext cx="269379" cy="278701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05E80CE-2887-4C3D-BCF3-20786083DC19}"/>
              </a:ext>
            </a:extLst>
          </p:cNvPr>
          <p:cNvSpPr/>
          <p:nvPr/>
        </p:nvSpPr>
        <p:spPr>
          <a:xfrm>
            <a:off x="306982" y="3667448"/>
            <a:ext cx="299403" cy="2787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8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05D0F76-F9C1-4419-BCEB-EAF8BABB0244}"/>
              </a:ext>
            </a:extLst>
          </p:cNvPr>
          <p:cNvSpPr/>
          <p:nvPr/>
        </p:nvSpPr>
        <p:spPr>
          <a:xfrm>
            <a:off x="2324849" y="3775995"/>
            <a:ext cx="299403" cy="2787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9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1796071-0A0E-4B65-9190-7EBCFF7B1580}"/>
              </a:ext>
            </a:extLst>
          </p:cNvPr>
          <p:cNvSpPr/>
          <p:nvPr/>
        </p:nvSpPr>
        <p:spPr>
          <a:xfrm>
            <a:off x="642632" y="1386484"/>
            <a:ext cx="2964454" cy="851449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C1FB630-2B61-4A86-8275-A54144BF6839}"/>
              </a:ext>
            </a:extLst>
          </p:cNvPr>
          <p:cNvSpPr/>
          <p:nvPr/>
        </p:nvSpPr>
        <p:spPr>
          <a:xfrm>
            <a:off x="81413" y="953605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1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8048B9C-DAFB-406A-8598-1B95910053AF}"/>
              </a:ext>
            </a:extLst>
          </p:cNvPr>
          <p:cNvSpPr/>
          <p:nvPr/>
        </p:nvSpPr>
        <p:spPr>
          <a:xfrm>
            <a:off x="815981" y="4850914"/>
            <a:ext cx="390953" cy="3468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540F2FD-C771-46F7-9555-48AC26D0C22A}"/>
              </a:ext>
            </a:extLst>
          </p:cNvPr>
          <p:cNvSpPr/>
          <p:nvPr/>
        </p:nvSpPr>
        <p:spPr>
          <a:xfrm>
            <a:off x="3143578" y="1226931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2-1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9751D4D-4A20-48FE-967F-D126DBE85C66}"/>
              </a:ext>
            </a:extLst>
          </p:cNvPr>
          <p:cNvSpPr/>
          <p:nvPr/>
        </p:nvSpPr>
        <p:spPr>
          <a:xfrm>
            <a:off x="3813593" y="1226931"/>
            <a:ext cx="554006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2-2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A7D1FA9-9D3C-4A27-A303-265DB50CEFFE}"/>
              </a:ext>
            </a:extLst>
          </p:cNvPr>
          <p:cNvSpPr/>
          <p:nvPr/>
        </p:nvSpPr>
        <p:spPr>
          <a:xfrm>
            <a:off x="288397" y="3148416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7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58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5FF4D7E3-B239-410A-B8B2-48FDF61D71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2" r="5705"/>
          <a:stretch/>
        </p:blipFill>
        <p:spPr>
          <a:xfrm>
            <a:off x="176865" y="904012"/>
            <a:ext cx="8490885" cy="52872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0CD325-B6BD-49B0-88B2-CD5BE1082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269895"/>
              </p:ext>
            </p:extLst>
          </p:nvPr>
        </p:nvGraphicFramePr>
        <p:xfrm>
          <a:off x="167341" y="85531"/>
          <a:ext cx="118453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2060732783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34575461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1500370508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119732648"/>
                    </a:ext>
                  </a:extLst>
                </a:gridCol>
                <a:gridCol w="1846557">
                  <a:extLst>
                    <a:ext uri="{9D8B030D-6E8A-4147-A177-3AD203B41FA5}">
                      <a16:colId xmlns:a16="http://schemas.microsoft.com/office/drawing/2014/main" val="2421768395"/>
                    </a:ext>
                  </a:extLst>
                </a:gridCol>
                <a:gridCol w="1537407">
                  <a:extLst>
                    <a:ext uri="{9D8B030D-6E8A-4147-A177-3AD203B41FA5}">
                      <a16:colId xmlns:a16="http://schemas.microsoft.com/office/drawing/2014/main" val="2571627240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41551347"/>
                    </a:ext>
                  </a:extLst>
                </a:gridCol>
              </a:tblGrid>
              <a:tr h="241374">
                <a:tc rowSpan="3">
                  <a:txBody>
                    <a:bodyPr/>
                    <a:lstStyle/>
                    <a:p>
                      <a:pPr latinLnBrk="1"/>
                      <a:endParaRPr lang="ko-KR" altLang="en-US" sz="11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프로젝트명</a:t>
                      </a:r>
                      <a:endParaRPr lang="en-US" altLang="ko-KR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카카오를 보다 달콤하게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서비스명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Ver.1</a:t>
                      </a:r>
                      <a:endParaRPr lang="ko-KR" altLang="en-US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3894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이정인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화면코드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News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일자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2022.04.06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48622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화면경로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메인 화면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 상세보기 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5-1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04"/>
                  </a:ext>
                </a:extLst>
              </a:tr>
            </a:tbl>
          </a:graphicData>
        </a:graphic>
      </p:graphicFrame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EBB9F698-A87C-42A8-A4F5-5F2295B29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094422"/>
              </p:ext>
            </p:extLst>
          </p:nvPr>
        </p:nvGraphicFramePr>
        <p:xfrm>
          <a:off x="8785412" y="817051"/>
          <a:ext cx="3227294" cy="3468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072">
                  <a:extLst>
                    <a:ext uri="{9D8B030D-6E8A-4147-A177-3AD203B41FA5}">
                      <a16:colId xmlns:a16="http://schemas.microsoft.com/office/drawing/2014/main" val="1032726533"/>
                    </a:ext>
                  </a:extLst>
                </a:gridCol>
                <a:gridCol w="2631222">
                  <a:extLst>
                    <a:ext uri="{9D8B030D-6E8A-4147-A177-3AD203B41FA5}">
                      <a16:colId xmlns:a16="http://schemas.microsoft.com/office/drawing/2014/main" val="3584690878"/>
                    </a:ext>
                  </a:extLst>
                </a:gridCol>
              </a:tblGrid>
              <a:tr h="301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105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37330"/>
                  </a:ext>
                </a:extLst>
              </a:tr>
              <a:tr h="3061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ysClr val="windowText" lastClr="000000"/>
                          </a:solidFill>
                        </a:rPr>
                        <a:t>기술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25494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 메인 페이지로 이동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41956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상단 메뉴 네비게이션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4852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검색창으로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79007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전체 페이지 영문 번역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93630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페이지 자체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다크모드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 전환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48520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 게시일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20561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 타이틀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106544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SNS(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카카오톡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페이스북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트위터 링크복사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)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공유링크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539975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기사 메인 이미지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781408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29ED035-B848-461B-8CE7-5BA39AA67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016" y1="48485" x2="15016" y2="48485"/>
                        <a14:foregroundMark x1="10543" y1="46667" x2="10543" y2="46667"/>
                        <a14:foregroundMark x1="28754" y1="53939" x2="28754" y2="53939"/>
                        <a14:foregroundMark x1="34824" y1="48485" x2="34824" y2="48485"/>
                        <a14:foregroundMark x1="38658" y1="52727" x2="38658" y2="52727"/>
                        <a14:foregroundMark x1="51757" y1="52727" x2="51757" y2="52727"/>
                        <a14:foregroundMark x1="88818" y1="64242" x2="88818" y2="6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97" y="39715"/>
            <a:ext cx="1561496" cy="82315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50BB7A-5CE5-4085-84F6-DFA1EDEED2E0}"/>
              </a:ext>
            </a:extLst>
          </p:cNvPr>
          <p:cNvSpPr/>
          <p:nvPr/>
        </p:nvSpPr>
        <p:spPr>
          <a:xfrm>
            <a:off x="1010012" y="902132"/>
            <a:ext cx="853781" cy="32531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5C78CD-60C6-442A-84F4-210E36585664}"/>
              </a:ext>
            </a:extLst>
          </p:cNvPr>
          <p:cNvSpPr/>
          <p:nvPr/>
        </p:nvSpPr>
        <p:spPr>
          <a:xfrm>
            <a:off x="3219850" y="931870"/>
            <a:ext cx="2462960" cy="26583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F63E18-AD35-4F55-9C9E-F100AB393F69}"/>
              </a:ext>
            </a:extLst>
          </p:cNvPr>
          <p:cNvSpPr/>
          <p:nvPr/>
        </p:nvSpPr>
        <p:spPr>
          <a:xfrm>
            <a:off x="7435400" y="919137"/>
            <a:ext cx="282292" cy="28456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8FC2A9-8E40-41D4-9EF8-A7417A9B99F7}"/>
              </a:ext>
            </a:extLst>
          </p:cNvPr>
          <p:cNvSpPr/>
          <p:nvPr/>
        </p:nvSpPr>
        <p:spPr>
          <a:xfrm>
            <a:off x="7174770" y="919137"/>
            <a:ext cx="282292" cy="28456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4B2BB0-E578-482F-8678-2B08DBA81081}"/>
              </a:ext>
            </a:extLst>
          </p:cNvPr>
          <p:cNvSpPr/>
          <p:nvPr/>
        </p:nvSpPr>
        <p:spPr>
          <a:xfrm>
            <a:off x="6904614" y="919137"/>
            <a:ext cx="282292" cy="28456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F7E8F2-7CBD-4084-B063-61E5BDCCD13D}"/>
              </a:ext>
            </a:extLst>
          </p:cNvPr>
          <p:cNvSpPr/>
          <p:nvPr/>
        </p:nvSpPr>
        <p:spPr>
          <a:xfrm>
            <a:off x="167337" y="3159243"/>
            <a:ext cx="8490885" cy="3059864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9986A49-37CF-47A6-9B78-8C0195076018}"/>
              </a:ext>
            </a:extLst>
          </p:cNvPr>
          <p:cNvSpPr/>
          <p:nvPr/>
        </p:nvSpPr>
        <p:spPr>
          <a:xfrm>
            <a:off x="2436684" y="1773284"/>
            <a:ext cx="4049841" cy="701407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E57103B-3CD8-413F-B0AD-CA75FBBF244A}"/>
              </a:ext>
            </a:extLst>
          </p:cNvPr>
          <p:cNvSpPr/>
          <p:nvPr/>
        </p:nvSpPr>
        <p:spPr>
          <a:xfrm>
            <a:off x="6502341" y="962230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3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1C14B91-DFD2-4D79-9141-F78291626855}"/>
              </a:ext>
            </a:extLst>
          </p:cNvPr>
          <p:cNvSpPr/>
          <p:nvPr/>
        </p:nvSpPr>
        <p:spPr>
          <a:xfrm>
            <a:off x="7161871" y="1269912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4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5A6C037-E87A-4377-B67D-E3E5AA8C1631}"/>
              </a:ext>
            </a:extLst>
          </p:cNvPr>
          <p:cNvSpPr/>
          <p:nvPr/>
        </p:nvSpPr>
        <p:spPr>
          <a:xfrm>
            <a:off x="7818590" y="926087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5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E119AC5-7571-451D-986A-F5D9D92FAD65}"/>
              </a:ext>
            </a:extLst>
          </p:cNvPr>
          <p:cNvSpPr/>
          <p:nvPr/>
        </p:nvSpPr>
        <p:spPr>
          <a:xfrm>
            <a:off x="3354694" y="1445238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6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540F2FD-C771-46F7-9555-48AC26D0C22A}"/>
              </a:ext>
            </a:extLst>
          </p:cNvPr>
          <p:cNvSpPr/>
          <p:nvPr/>
        </p:nvSpPr>
        <p:spPr>
          <a:xfrm>
            <a:off x="2765880" y="926088"/>
            <a:ext cx="326783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2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72210FC-2E22-4820-A86F-5A8BCCF714CB}"/>
              </a:ext>
            </a:extLst>
          </p:cNvPr>
          <p:cNvSpPr/>
          <p:nvPr/>
        </p:nvSpPr>
        <p:spPr>
          <a:xfrm>
            <a:off x="4005672" y="2599752"/>
            <a:ext cx="890178" cy="278701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05E80CE-2887-4C3D-BCF3-20786083DC19}"/>
              </a:ext>
            </a:extLst>
          </p:cNvPr>
          <p:cNvSpPr/>
          <p:nvPr/>
        </p:nvSpPr>
        <p:spPr>
          <a:xfrm>
            <a:off x="2010094" y="2195990"/>
            <a:ext cx="299403" cy="2787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7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05D0F76-F9C1-4419-BCEB-EAF8BABB0244}"/>
              </a:ext>
            </a:extLst>
          </p:cNvPr>
          <p:cNvSpPr/>
          <p:nvPr/>
        </p:nvSpPr>
        <p:spPr>
          <a:xfrm>
            <a:off x="3642674" y="2599752"/>
            <a:ext cx="299403" cy="2787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8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C1FB630-2B61-4A86-8275-A54144BF6839}"/>
              </a:ext>
            </a:extLst>
          </p:cNvPr>
          <p:cNvSpPr/>
          <p:nvPr/>
        </p:nvSpPr>
        <p:spPr>
          <a:xfrm>
            <a:off x="587634" y="940764"/>
            <a:ext cx="295191" cy="284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1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8048B9C-DAFB-406A-8598-1B95910053AF}"/>
              </a:ext>
            </a:extLst>
          </p:cNvPr>
          <p:cNvSpPr/>
          <p:nvPr/>
        </p:nvSpPr>
        <p:spPr>
          <a:xfrm>
            <a:off x="241481" y="3255568"/>
            <a:ext cx="390953" cy="3468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9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EC2E0D3-766A-4BA0-A168-91EB6F52ABD0}"/>
              </a:ext>
            </a:extLst>
          </p:cNvPr>
          <p:cNvSpPr/>
          <p:nvPr/>
        </p:nvSpPr>
        <p:spPr>
          <a:xfrm>
            <a:off x="3777072" y="1494583"/>
            <a:ext cx="1385478" cy="278701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16C45944-C970-4A20-8E25-F80C5DA01C53}"/>
              </a:ext>
            </a:extLst>
          </p:cNvPr>
          <p:cNvSpPr/>
          <p:nvPr/>
        </p:nvSpPr>
        <p:spPr>
          <a:xfrm>
            <a:off x="11336982" y="6361564"/>
            <a:ext cx="675724" cy="3347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46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2A398A27-CE49-4298-9138-789158380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60" r="6448" b="2627"/>
          <a:stretch/>
        </p:blipFill>
        <p:spPr>
          <a:xfrm>
            <a:off x="179294" y="908685"/>
            <a:ext cx="8478928" cy="57778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0CD325-B6BD-49B0-88B2-CD5BE1082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809490"/>
              </p:ext>
            </p:extLst>
          </p:nvPr>
        </p:nvGraphicFramePr>
        <p:xfrm>
          <a:off x="167341" y="85531"/>
          <a:ext cx="118453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2060732783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34575461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1500370508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119732648"/>
                    </a:ext>
                  </a:extLst>
                </a:gridCol>
                <a:gridCol w="1846557">
                  <a:extLst>
                    <a:ext uri="{9D8B030D-6E8A-4147-A177-3AD203B41FA5}">
                      <a16:colId xmlns:a16="http://schemas.microsoft.com/office/drawing/2014/main" val="2421768395"/>
                    </a:ext>
                  </a:extLst>
                </a:gridCol>
                <a:gridCol w="1537407">
                  <a:extLst>
                    <a:ext uri="{9D8B030D-6E8A-4147-A177-3AD203B41FA5}">
                      <a16:colId xmlns:a16="http://schemas.microsoft.com/office/drawing/2014/main" val="2571627240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41551347"/>
                    </a:ext>
                  </a:extLst>
                </a:gridCol>
              </a:tblGrid>
              <a:tr h="241374">
                <a:tc rowSpan="3">
                  <a:txBody>
                    <a:bodyPr/>
                    <a:lstStyle/>
                    <a:p>
                      <a:pPr latinLnBrk="1"/>
                      <a:endParaRPr lang="ko-KR" altLang="en-US" sz="11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프로젝트명</a:t>
                      </a:r>
                      <a:endParaRPr lang="en-US" altLang="ko-KR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카카오를 보다 달콤하게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서비스명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Ver.1</a:t>
                      </a:r>
                      <a:endParaRPr lang="ko-KR" altLang="en-US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3894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이정인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화면코드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News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일자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2022.04.06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48622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화면경로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메인 화면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 상세보기 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5-2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04"/>
                  </a:ext>
                </a:extLst>
              </a:tr>
            </a:tbl>
          </a:graphicData>
        </a:graphic>
      </p:graphicFrame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EBB9F698-A87C-42A8-A4F5-5F2295B29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819393"/>
              </p:ext>
            </p:extLst>
          </p:nvPr>
        </p:nvGraphicFramePr>
        <p:xfrm>
          <a:off x="8785412" y="817051"/>
          <a:ext cx="3227294" cy="193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072">
                  <a:extLst>
                    <a:ext uri="{9D8B030D-6E8A-4147-A177-3AD203B41FA5}">
                      <a16:colId xmlns:a16="http://schemas.microsoft.com/office/drawing/2014/main" val="1032726533"/>
                    </a:ext>
                  </a:extLst>
                </a:gridCol>
                <a:gridCol w="2631222">
                  <a:extLst>
                    <a:ext uri="{9D8B030D-6E8A-4147-A177-3AD203B41FA5}">
                      <a16:colId xmlns:a16="http://schemas.microsoft.com/office/drawing/2014/main" val="3584690878"/>
                    </a:ext>
                  </a:extLst>
                </a:gridCol>
              </a:tblGrid>
              <a:tr h="301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105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37330"/>
                  </a:ext>
                </a:extLst>
              </a:tr>
              <a:tr h="3061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ysClr val="windowText" lastClr="000000"/>
                          </a:solidFill>
                        </a:rPr>
                        <a:t>기술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25494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 상세페이지 고정 배너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41956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 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4852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키워드 해시태그 클릭 시 검색에서 해당 키워드 기사 검색 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79007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 목록으로 돌아가는 목록보기 버튼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9363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29ED035-B848-461B-8CE7-5BA39AA67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016" y1="48485" x2="15016" y2="48485"/>
                        <a14:foregroundMark x1="10543" y1="46667" x2="10543" y2="46667"/>
                        <a14:foregroundMark x1="28754" y1="53939" x2="28754" y2="53939"/>
                        <a14:foregroundMark x1="34824" y1="48485" x2="34824" y2="48485"/>
                        <a14:foregroundMark x1="38658" y1="52727" x2="38658" y2="52727"/>
                        <a14:foregroundMark x1="51757" y1="52727" x2="51757" y2="52727"/>
                        <a14:foregroundMark x1="88818" y1="64242" x2="88818" y2="6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97" y="39715"/>
            <a:ext cx="1561496" cy="82315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F63E18-AD35-4F55-9C9E-F100AB393F69}"/>
              </a:ext>
            </a:extLst>
          </p:cNvPr>
          <p:cNvSpPr/>
          <p:nvPr/>
        </p:nvSpPr>
        <p:spPr>
          <a:xfrm>
            <a:off x="179294" y="1225330"/>
            <a:ext cx="8478927" cy="387948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F7E8F2-7CBD-4084-B063-61E5BDCCD13D}"/>
              </a:ext>
            </a:extLst>
          </p:cNvPr>
          <p:cNvSpPr/>
          <p:nvPr/>
        </p:nvSpPr>
        <p:spPr>
          <a:xfrm>
            <a:off x="2095500" y="2467155"/>
            <a:ext cx="4745248" cy="2425604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E119AC5-7571-451D-986A-F5D9D92FAD65}"/>
              </a:ext>
            </a:extLst>
          </p:cNvPr>
          <p:cNvSpPr/>
          <p:nvPr/>
        </p:nvSpPr>
        <p:spPr>
          <a:xfrm>
            <a:off x="1560804" y="2467155"/>
            <a:ext cx="407506" cy="38794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72210FC-2E22-4820-A86F-5A8BCCF714CB}"/>
              </a:ext>
            </a:extLst>
          </p:cNvPr>
          <p:cNvSpPr/>
          <p:nvPr/>
        </p:nvSpPr>
        <p:spPr>
          <a:xfrm>
            <a:off x="4063391" y="6086309"/>
            <a:ext cx="890178" cy="278701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EC2E0D3-766A-4BA0-A168-91EB6F52ABD0}"/>
              </a:ext>
            </a:extLst>
          </p:cNvPr>
          <p:cNvSpPr/>
          <p:nvPr/>
        </p:nvSpPr>
        <p:spPr>
          <a:xfrm>
            <a:off x="3249337" y="5273411"/>
            <a:ext cx="2379937" cy="278701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16C45944-C970-4A20-8E25-F80C5DA01C53}"/>
              </a:ext>
            </a:extLst>
          </p:cNvPr>
          <p:cNvSpPr/>
          <p:nvPr/>
        </p:nvSpPr>
        <p:spPr>
          <a:xfrm>
            <a:off x="11338341" y="6356384"/>
            <a:ext cx="675724" cy="3347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113C17F-40B2-44BC-ABC9-2402BC10160C}"/>
              </a:ext>
            </a:extLst>
          </p:cNvPr>
          <p:cNvSpPr/>
          <p:nvPr/>
        </p:nvSpPr>
        <p:spPr>
          <a:xfrm>
            <a:off x="298722" y="1245872"/>
            <a:ext cx="390953" cy="3468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8D21702-3D57-46FE-B408-DD6B5595CB20}"/>
              </a:ext>
            </a:extLst>
          </p:cNvPr>
          <p:cNvSpPr/>
          <p:nvPr/>
        </p:nvSpPr>
        <p:spPr>
          <a:xfrm>
            <a:off x="2288048" y="5207732"/>
            <a:ext cx="407506" cy="38794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12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91BC036-D853-40C2-8033-6FCE3DFE300A}"/>
              </a:ext>
            </a:extLst>
          </p:cNvPr>
          <p:cNvSpPr/>
          <p:nvPr/>
        </p:nvSpPr>
        <p:spPr>
          <a:xfrm>
            <a:off x="3544662" y="6031685"/>
            <a:ext cx="407506" cy="38794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13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706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D2DCA0-1FB3-4C1D-9F2B-EEF9A2BDF5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274" r="-2529"/>
          <a:stretch/>
        </p:blipFill>
        <p:spPr>
          <a:xfrm>
            <a:off x="184873" y="908531"/>
            <a:ext cx="8473350" cy="58725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0CD325-B6BD-49B0-88B2-CD5BE1082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831668"/>
              </p:ext>
            </p:extLst>
          </p:nvPr>
        </p:nvGraphicFramePr>
        <p:xfrm>
          <a:off x="167341" y="85531"/>
          <a:ext cx="118453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76">
                  <a:extLst>
                    <a:ext uri="{9D8B030D-6E8A-4147-A177-3AD203B41FA5}">
                      <a16:colId xmlns:a16="http://schemas.microsoft.com/office/drawing/2014/main" val="2060732783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34575461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1500370508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119732648"/>
                    </a:ext>
                  </a:extLst>
                </a:gridCol>
                <a:gridCol w="1846557">
                  <a:extLst>
                    <a:ext uri="{9D8B030D-6E8A-4147-A177-3AD203B41FA5}">
                      <a16:colId xmlns:a16="http://schemas.microsoft.com/office/drawing/2014/main" val="2421768395"/>
                    </a:ext>
                  </a:extLst>
                </a:gridCol>
                <a:gridCol w="1537407">
                  <a:extLst>
                    <a:ext uri="{9D8B030D-6E8A-4147-A177-3AD203B41FA5}">
                      <a16:colId xmlns:a16="http://schemas.microsoft.com/office/drawing/2014/main" val="2571627240"/>
                    </a:ext>
                  </a:extLst>
                </a:gridCol>
                <a:gridCol w="1691982">
                  <a:extLst>
                    <a:ext uri="{9D8B030D-6E8A-4147-A177-3AD203B41FA5}">
                      <a16:colId xmlns:a16="http://schemas.microsoft.com/office/drawing/2014/main" val="2741551347"/>
                    </a:ext>
                  </a:extLst>
                </a:gridCol>
              </a:tblGrid>
              <a:tr h="241374">
                <a:tc rowSpan="3">
                  <a:txBody>
                    <a:bodyPr/>
                    <a:lstStyle/>
                    <a:p>
                      <a:pPr latinLnBrk="1"/>
                      <a:endParaRPr lang="ko-KR" altLang="en-US" sz="11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프로젝트명</a:t>
                      </a:r>
                      <a:endParaRPr lang="en-US" altLang="ko-KR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카카오를 보다 달콤하게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서비스명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카카오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Ver.1</a:t>
                      </a:r>
                      <a:endParaRPr lang="ko-KR" altLang="en-US" sz="1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53894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이정인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화면코드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News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일자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2022.04.06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48622"/>
                  </a:ext>
                </a:extLst>
              </a:tr>
              <a:tr h="24137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화면경로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메인 화면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뉴스 상세보기 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</a:rPr>
                        <a:t>페이지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</a:rPr>
                        <a:t>5-3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04"/>
                  </a:ext>
                </a:extLst>
              </a:tr>
            </a:tbl>
          </a:graphicData>
        </a:graphic>
      </p:graphicFrame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EBB9F698-A87C-42A8-A4F5-5F2295B29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236953"/>
              </p:ext>
            </p:extLst>
          </p:nvPr>
        </p:nvGraphicFramePr>
        <p:xfrm>
          <a:off x="8785412" y="817051"/>
          <a:ext cx="3227294" cy="2866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072">
                  <a:extLst>
                    <a:ext uri="{9D8B030D-6E8A-4147-A177-3AD203B41FA5}">
                      <a16:colId xmlns:a16="http://schemas.microsoft.com/office/drawing/2014/main" val="1032726533"/>
                    </a:ext>
                  </a:extLst>
                </a:gridCol>
                <a:gridCol w="2631222">
                  <a:extLst>
                    <a:ext uri="{9D8B030D-6E8A-4147-A177-3AD203B41FA5}">
                      <a16:colId xmlns:a16="http://schemas.microsoft.com/office/drawing/2014/main" val="3584690878"/>
                    </a:ext>
                  </a:extLst>
                </a:gridCol>
              </a:tblGrid>
              <a:tr h="301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sz="105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37330"/>
                  </a:ext>
                </a:extLst>
              </a:tr>
              <a:tr h="3061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ysClr val="windowText" lastClr="000000"/>
                          </a:solidFill>
                        </a:rPr>
                        <a:t>기술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25494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관련 콘텐츠 클릭 시 해당 뉴스 페이지로 이동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41956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Top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버튼 클릭 시 페이지 최상단으로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4852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 외 다른 카테고리로 이동할 수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있는사이트맵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79007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뉴스 외 다른 카테고리로 이동할 수 </a:t>
                      </a:r>
                      <a:r>
                        <a:rPr lang="ko-KR" altLang="en-US" sz="1050" dirty="0" err="1">
                          <a:solidFill>
                            <a:sysClr val="windowText" lastClr="000000"/>
                          </a:solidFill>
                        </a:rPr>
                        <a:t>있는사이트맵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508959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카카오 이용약관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854931"/>
                  </a:ext>
                </a:extLst>
              </a:tr>
              <a:tr h="3061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</a:rPr>
                        <a:t>관련사이트로 이동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864895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29ED035-B848-461B-8CE7-5BA39AA67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016" y1="48485" x2="15016" y2="48485"/>
                        <a14:foregroundMark x1="10543" y1="46667" x2="10543" y2="46667"/>
                        <a14:foregroundMark x1="28754" y1="53939" x2="28754" y2="53939"/>
                        <a14:foregroundMark x1="34824" y1="48485" x2="34824" y2="48485"/>
                        <a14:foregroundMark x1="38658" y1="52727" x2="38658" y2="52727"/>
                        <a14:foregroundMark x1="51757" y1="52727" x2="51757" y2="52727"/>
                        <a14:foregroundMark x1="88818" y1="64242" x2="88818" y2="6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97" y="39715"/>
            <a:ext cx="1561496" cy="82315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F7E8F2-7CBD-4084-B063-61E5BDCCD13D}"/>
              </a:ext>
            </a:extLst>
          </p:cNvPr>
          <p:cNvSpPr/>
          <p:nvPr/>
        </p:nvSpPr>
        <p:spPr>
          <a:xfrm>
            <a:off x="1552755" y="1566705"/>
            <a:ext cx="1897811" cy="2439928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72210FC-2E22-4820-A86F-5A8BCCF714CB}"/>
              </a:ext>
            </a:extLst>
          </p:cNvPr>
          <p:cNvSpPr/>
          <p:nvPr/>
        </p:nvSpPr>
        <p:spPr>
          <a:xfrm>
            <a:off x="179295" y="4819680"/>
            <a:ext cx="8478928" cy="1296448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749FB5-A73B-4417-A00D-FAA898725DBB}"/>
              </a:ext>
            </a:extLst>
          </p:cNvPr>
          <p:cNvSpPr/>
          <p:nvPr/>
        </p:nvSpPr>
        <p:spPr>
          <a:xfrm>
            <a:off x="7180708" y="4340252"/>
            <a:ext cx="438150" cy="387718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13BB43B-4E19-41FB-94DA-8BA34CEE4B15}"/>
              </a:ext>
            </a:extLst>
          </p:cNvPr>
          <p:cNvSpPr/>
          <p:nvPr/>
        </p:nvSpPr>
        <p:spPr>
          <a:xfrm>
            <a:off x="1047151" y="1544326"/>
            <a:ext cx="407506" cy="38794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14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A792EA9-AF7D-4B1E-9795-497170109F9D}"/>
              </a:ext>
            </a:extLst>
          </p:cNvPr>
          <p:cNvSpPr/>
          <p:nvPr/>
        </p:nvSpPr>
        <p:spPr>
          <a:xfrm>
            <a:off x="275249" y="4897245"/>
            <a:ext cx="407506" cy="38794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16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B227EB1-00A4-463E-871C-56303D36E87B}"/>
              </a:ext>
            </a:extLst>
          </p:cNvPr>
          <p:cNvSpPr/>
          <p:nvPr/>
        </p:nvSpPr>
        <p:spPr>
          <a:xfrm>
            <a:off x="6661894" y="4340252"/>
            <a:ext cx="407506" cy="38794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15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E3DAB9-6DE3-4027-BDF2-FDD6EDAF1DF8}"/>
              </a:ext>
            </a:extLst>
          </p:cNvPr>
          <p:cNvSpPr/>
          <p:nvPr/>
        </p:nvSpPr>
        <p:spPr>
          <a:xfrm>
            <a:off x="179295" y="6366294"/>
            <a:ext cx="8478928" cy="398058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16B9A5-A96B-4F39-B5FA-6F40F0AF19C8}"/>
              </a:ext>
            </a:extLst>
          </p:cNvPr>
          <p:cNvSpPr/>
          <p:nvPr/>
        </p:nvSpPr>
        <p:spPr>
          <a:xfrm>
            <a:off x="6442818" y="6469811"/>
            <a:ext cx="1176039" cy="291982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1ED3551-CFAE-4BEA-B4B3-886D295DC876}"/>
              </a:ext>
            </a:extLst>
          </p:cNvPr>
          <p:cNvSpPr/>
          <p:nvPr/>
        </p:nvSpPr>
        <p:spPr>
          <a:xfrm>
            <a:off x="1047151" y="6367027"/>
            <a:ext cx="407506" cy="38794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17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816CAFF-BE8F-4264-B15D-49D317F04501}"/>
              </a:ext>
            </a:extLst>
          </p:cNvPr>
          <p:cNvSpPr/>
          <p:nvPr/>
        </p:nvSpPr>
        <p:spPr>
          <a:xfrm>
            <a:off x="7731034" y="6384521"/>
            <a:ext cx="407506" cy="38794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18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535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375</Words>
  <Application>Microsoft Office PowerPoint</Application>
  <PresentationFormat>와이드스크린</PresentationFormat>
  <Paragraphs>179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minhee</dc:creator>
  <cp:lastModifiedBy>이정인</cp:lastModifiedBy>
  <cp:revision>28</cp:revision>
  <dcterms:created xsi:type="dcterms:W3CDTF">2022-04-03T07:58:29Z</dcterms:created>
  <dcterms:modified xsi:type="dcterms:W3CDTF">2022-04-06T13:45:36Z</dcterms:modified>
</cp:coreProperties>
</file>