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1" autoAdjust="0"/>
    <p:restoredTop sz="94660"/>
  </p:normalViewPr>
  <p:slideViewPr>
    <p:cSldViewPr snapToGrid="0">
      <p:cViewPr varScale="1">
        <p:scale>
          <a:sx n="86" d="100"/>
          <a:sy n="86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7EEF7-4A67-45E9-93A2-5E09AE9EE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61C6B-38FF-457C-AD42-9550E16D1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D27B6-78A4-447E-8969-34A4C1CE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14370-4543-4AE9-98EE-FD7AE180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08679-893A-4EA6-B8B3-0DC32431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40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E1884-E253-45C4-BDF8-6B4ED508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4E2B8-179A-46D4-A844-21CED554B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1108BA-ABFA-4161-94C4-62961FA7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707602-C4BC-463F-9A97-4FA6C651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6BA16C-9E60-4878-AA88-0B71C579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10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CA749-58FE-4B36-8AC6-5786C9E86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51B85B-3166-4B2A-BFC5-914ABAE8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AB858-F97F-47F6-B5EA-F7FB372C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3CC58-C36B-492D-A551-7C80E375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3ADE5-6EB4-4D1E-9156-7E896398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21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F50A7-C3A0-452C-9F81-4B491531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96C83-F125-4C16-94C5-CDD5178F7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0745EA-3ABE-4543-B480-73A544BDC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2EEC84-CD4A-409E-BD10-47C92530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ABDE6B-C0FE-4F38-AFB7-B282F823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FC279-753D-4382-A573-2A047EDE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85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4713F-6ABA-48B9-91BD-48B29D34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298C7-072F-4186-9AAA-962F823DE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9B1358-A60A-4D2B-A597-D3DA790C6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8191DC-519B-4D17-A5F6-A6F1E3765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D5E589-08D5-46AB-9BE0-C2FF4B807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8AC09D-E736-4A71-A3C4-0CE25C35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C652DB-44F3-4098-9056-580C2BE1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6D6945-A167-4C0A-A830-33F9F263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3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B2731-C9E6-40CA-AAC3-56587012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53FD93-E689-4C84-B5EB-C58BFD8E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F4DCAF-8845-43DF-A2C0-1085A910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BE2B96-D2AD-43F7-A595-F778456E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50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EC0B81-D562-49A5-8B92-AE9ECB88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3D206C-E576-47A8-9377-39AE872B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A12E0-A07A-499A-A36F-61B0235F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85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7B506-704E-4F13-AD08-135F5F4D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90A9A-1343-46C8-95FF-4682E16B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74806-B48F-49A7-A9C1-265F57FD9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931788-0E62-4AD6-B840-9FCC09C6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6F810E-6490-495F-BFD1-DC72EF73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55DB97-A7CB-4F02-B7A5-585FCE51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63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7941C-68BE-4742-A7EB-F8FB34A2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D42F9C-C101-437C-AD08-D25398871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D614FC-A0A5-45D2-B4EA-42EDA6627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C607B3-34B7-4ADE-A07B-A6C0E8B4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9851C-4124-4311-B2B3-EF977D04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AE2773-7888-46DA-8A3F-5C97E8F5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437E5-5470-4185-A02E-5261932C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F50B42-5C03-4729-8093-10C4E979A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0100F-C107-48F9-A3BE-8428A7C2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5245E-4D94-43DC-891A-277F04C4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E3AE8-CA19-4EDE-96BA-8799BE61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7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6F597C-7AC1-41DD-B013-84FA4FB3B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DF338-9774-40A7-87B9-A973718A2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3857B-A650-405B-B4CC-106E27C34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CEA5F-6CE7-4E43-A5DE-F17A7F18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E84B9-4DAA-425E-8884-BEE1F98D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26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B78DA-8AC6-4A2E-B9BE-4CEE0652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452701-4684-408A-A4D1-A31A2D149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C668DA-FDE2-4D47-94D8-8500837D1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77CBB-0AA6-420C-83D0-140CE6DC0415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9B2C7-B161-4511-8EDF-462CE4C93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7C7CA-2DB1-4DF2-9784-D16F1CD18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3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304143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김민희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</a:rPr>
                        <a:t>Service_tech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2022.04.03.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메인 화면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상단 혹은 하단 기술과 서비스 중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기술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＂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4-1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560963"/>
              </p:ext>
            </p:extLst>
          </p:nvPr>
        </p:nvGraphicFramePr>
        <p:xfrm>
          <a:off x="8785412" y="817051"/>
          <a:ext cx="3227294" cy="5921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01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61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ysClr val="windowText" lastClr="000000"/>
                          </a:solidFill>
                        </a:rPr>
                        <a:t>기술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메인 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2-1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2-2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기술과 서비스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＇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약속과 책임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검색창으로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전체 페이지 영문 번역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자체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다크모드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전환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7-1 ~ 7-5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까지 모든 페이지 뷰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카카오테크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7-2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기술플랫폼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기술서비스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기술콘텐츠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7-5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기술이벤트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속 개별 페이지로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39975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공유하기 버튼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페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트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</a:rPr>
                        <a:t>url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81408"/>
                  </a:ext>
                </a:extLst>
              </a:tr>
              <a:tr h="415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개별 페이지에서 키워드 클릭 시 관련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아티클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열람 가능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3706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FD0B6D2-56D0-4964-8F11-7EAEE4FD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97" y="908686"/>
            <a:ext cx="8469831" cy="58300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50BB7A-5CE5-4085-84F6-DFA1EDEED2E0}"/>
              </a:ext>
            </a:extLst>
          </p:cNvPr>
          <p:cNvSpPr/>
          <p:nvPr/>
        </p:nvSpPr>
        <p:spPr>
          <a:xfrm>
            <a:off x="206297" y="908686"/>
            <a:ext cx="912289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5C78CD-60C6-442A-84F4-210E36585664}"/>
              </a:ext>
            </a:extLst>
          </p:cNvPr>
          <p:cNvSpPr/>
          <p:nvPr/>
        </p:nvSpPr>
        <p:spPr>
          <a:xfrm>
            <a:off x="3018408" y="908686"/>
            <a:ext cx="47939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AD785-FA73-4768-849A-2DE111F6905E}"/>
              </a:ext>
            </a:extLst>
          </p:cNvPr>
          <p:cNvSpPr/>
          <p:nvPr/>
        </p:nvSpPr>
        <p:spPr>
          <a:xfrm>
            <a:off x="3607086" y="908686"/>
            <a:ext cx="47939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93633A-C212-4AD7-8E4E-57E159B0527C}"/>
              </a:ext>
            </a:extLst>
          </p:cNvPr>
          <p:cNvSpPr/>
          <p:nvPr/>
        </p:nvSpPr>
        <p:spPr>
          <a:xfrm>
            <a:off x="4183770" y="908686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F9F6BE-4D74-4093-BC63-18098EF807F3}"/>
              </a:ext>
            </a:extLst>
          </p:cNvPr>
          <p:cNvSpPr/>
          <p:nvPr/>
        </p:nvSpPr>
        <p:spPr>
          <a:xfrm>
            <a:off x="5065304" y="908686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F63E18-AD35-4F55-9C9E-F100AB393F69}"/>
              </a:ext>
            </a:extLst>
          </p:cNvPr>
          <p:cNvSpPr/>
          <p:nvPr/>
        </p:nvSpPr>
        <p:spPr>
          <a:xfrm>
            <a:off x="8120101" y="873175"/>
            <a:ext cx="393166" cy="39633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8FC2A9-8E40-41D4-9EF8-A7417A9B99F7}"/>
              </a:ext>
            </a:extLst>
          </p:cNvPr>
          <p:cNvSpPr/>
          <p:nvPr/>
        </p:nvSpPr>
        <p:spPr>
          <a:xfrm>
            <a:off x="7726932" y="873175"/>
            <a:ext cx="393166" cy="39633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4B2BB0-E578-482F-8678-2B08DBA81081}"/>
              </a:ext>
            </a:extLst>
          </p:cNvPr>
          <p:cNvSpPr/>
          <p:nvPr/>
        </p:nvSpPr>
        <p:spPr>
          <a:xfrm>
            <a:off x="7333765" y="873175"/>
            <a:ext cx="393166" cy="39633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EB2EA0-3437-488D-BC11-3ACFE24147B6}"/>
              </a:ext>
            </a:extLst>
          </p:cNvPr>
          <p:cNvSpPr/>
          <p:nvPr/>
        </p:nvSpPr>
        <p:spPr>
          <a:xfrm>
            <a:off x="408375" y="4447713"/>
            <a:ext cx="292960" cy="19530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7E8F2-7CBD-4084-B063-61E5BDCCD13D}"/>
              </a:ext>
            </a:extLst>
          </p:cNvPr>
          <p:cNvSpPr/>
          <p:nvPr/>
        </p:nvSpPr>
        <p:spPr>
          <a:xfrm>
            <a:off x="239695" y="3262402"/>
            <a:ext cx="2716567" cy="347633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AC9599-7590-44C0-9FDD-D8B7CB992AD0}"/>
              </a:ext>
            </a:extLst>
          </p:cNvPr>
          <p:cNvSpPr/>
          <p:nvPr/>
        </p:nvSpPr>
        <p:spPr>
          <a:xfrm>
            <a:off x="3846783" y="274636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35962F-B4AB-4039-B1B0-257BC2A9215D}"/>
              </a:ext>
            </a:extLst>
          </p:cNvPr>
          <p:cNvSpPr/>
          <p:nvPr/>
        </p:nvSpPr>
        <p:spPr>
          <a:xfrm>
            <a:off x="3087505" y="274636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2AB820-9514-4CF9-9F4C-94F9FAC4EA2B}"/>
              </a:ext>
            </a:extLst>
          </p:cNvPr>
          <p:cNvSpPr/>
          <p:nvPr/>
        </p:nvSpPr>
        <p:spPr>
          <a:xfrm>
            <a:off x="2335288" y="274636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01695B-59A6-4562-A36F-0BFC4D637E1F}"/>
              </a:ext>
            </a:extLst>
          </p:cNvPr>
          <p:cNvSpPr/>
          <p:nvPr/>
        </p:nvSpPr>
        <p:spPr>
          <a:xfrm>
            <a:off x="1592289" y="274636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25DC29-A225-4420-8B00-31CA1EB963CA}"/>
              </a:ext>
            </a:extLst>
          </p:cNvPr>
          <p:cNvSpPr/>
          <p:nvPr/>
        </p:nvSpPr>
        <p:spPr>
          <a:xfrm>
            <a:off x="874310" y="274636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986A49-37CF-47A6-9B78-8C0195076018}"/>
              </a:ext>
            </a:extLst>
          </p:cNvPr>
          <p:cNvSpPr/>
          <p:nvPr/>
        </p:nvSpPr>
        <p:spPr>
          <a:xfrm>
            <a:off x="234831" y="2746364"/>
            <a:ext cx="639476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E57103B-3CD8-413F-B0AD-CA75FBBF244A}"/>
              </a:ext>
            </a:extLst>
          </p:cNvPr>
          <p:cNvSpPr/>
          <p:nvPr/>
        </p:nvSpPr>
        <p:spPr>
          <a:xfrm>
            <a:off x="7153625" y="789699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1C14B91-DFD2-4D79-9141-F78291626855}"/>
              </a:ext>
            </a:extLst>
          </p:cNvPr>
          <p:cNvSpPr/>
          <p:nvPr/>
        </p:nvSpPr>
        <p:spPr>
          <a:xfrm>
            <a:off x="7759475" y="1218859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5A6C037-E87A-4377-B67D-E3E5AA8C1631}"/>
              </a:ext>
            </a:extLst>
          </p:cNvPr>
          <p:cNvSpPr/>
          <p:nvPr/>
        </p:nvSpPr>
        <p:spPr>
          <a:xfrm>
            <a:off x="8466937" y="789699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E119AC5-7571-451D-986A-F5D9D92FAD65}"/>
              </a:ext>
            </a:extLst>
          </p:cNvPr>
          <p:cNvSpPr/>
          <p:nvPr/>
        </p:nvSpPr>
        <p:spPr>
          <a:xfrm>
            <a:off x="138888" y="2508302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C62AFC8-8BCD-4EA1-9946-A62F8E9437C1}"/>
              </a:ext>
            </a:extLst>
          </p:cNvPr>
          <p:cNvSpPr/>
          <p:nvPr/>
        </p:nvSpPr>
        <p:spPr>
          <a:xfrm>
            <a:off x="768767" y="250830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B18D2C6-0A7A-49A1-87CF-2A14BC59D3EA}"/>
              </a:ext>
            </a:extLst>
          </p:cNvPr>
          <p:cNvSpPr/>
          <p:nvPr/>
        </p:nvSpPr>
        <p:spPr>
          <a:xfrm>
            <a:off x="1513496" y="250830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EBA9BB4-CCF1-4563-9AA3-AEBE1E2484E6}"/>
              </a:ext>
            </a:extLst>
          </p:cNvPr>
          <p:cNvSpPr/>
          <p:nvPr/>
        </p:nvSpPr>
        <p:spPr>
          <a:xfrm>
            <a:off x="2222260" y="250830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15E9FC7-513F-46F7-B1EE-DFFF3A0AD843}"/>
              </a:ext>
            </a:extLst>
          </p:cNvPr>
          <p:cNvSpPr/>
          <p:nvPr/>
        </p:nvSpPr>
        <p:spPr>
          <a:xfrm>
            <a:off x="2969289" y="250830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7196BD-9911-4FC5-A5BC-313BD358BF5D}"/>
              </a:ext>
            </a:extLst>
          </p:cNvPr>
          <p:cNvSpPr/>
          <p:nvPr/>
        </p:nvSpPr>
        <p:spPr>
          <a:xfrm>
            <a:off x="3760783" y="250830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540F2FD-C771-46F7-9555-48AC26D0C22A}"/>
              </a:ext>
            </a:extLst>
          </p:cNvPr>
          <p:cNvSpPr/>
          <p:nvPr/>
        </p:nvSpPr>
        <p:spPr>
          <a:xfrm>
            <a:off x="2438189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9751D4D-4A20-48FE-967F-D126DBE85C66}"/>
              </a:ext>
            </a:extLst>
          </p:cNvPr>
          <p:cNvSpPr/>
          <p:nvPr/>
        </p:nvSpPr>
        <p:spPr>
          <a:xfrm>
            <a:off x="3396337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08D150F-B1D1-4D0C-AFB3-54E70EFDA395}"/>
              </a:ext>
            </a:extLst>
          </p:cNvPr>
          <p:cNvSpPr/>
          <p:nvPr/>
        </p:nvSpPr>
        <p:spPr>
          <a:xfrm>
            <a:off x="4230820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7DD947E-3275-4795-84F1-D0B1EBE56F95}"/>
              </a:ext>
            </a:extLst>
          </p:cNvPr>
          <p:cNvSpPr/>
          <p:nvPr/>
        </p:nvSpPr>
        <p:spPr>
          <a:xfrm>
            <a:off x="5065301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72210FC-2E22-4820-A86F-5A8BCCF714CB}"/>
              </a:ext>
            </a:extLst>
          </p:cNvPr>
          <p:cNvSpPr/>
          <p:nvPr/>
        </p:nvSpPr>
        <p:spPr>
          <a:xfrm>
            <a:off x="2574523" y="3476553"/>
            <a:ext cx="269379" cy="27870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05E80CE-2887-4C3D-BCF3-20786083DC19}"/>
              </a:ext>
            </a:extLst>
          </p:cNvPr>
          <p:cNvSpPr/>
          <p:nvPr/>
        </p:nvSpPr>
        <p:spPr>
          <a:xfrm>
            <a:off x="27197" y="3229267"/>
            <a:ext cx="299403" cy="278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05D0F76-F9C1-4419-BCEB-EAF8BABB0244}"/>
              </a:ext>
            </a:extLst>
          </p:cNvPr>
          <p:cNvSpPr/>
          <p:nvPr/>
        </p:nvSpPr>
        <p:spPr>
          <a:xfrm>
            <a:off x="2417760" y="3667448"/>
            <a:ext cx="299403" cy="278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1FB630-2B61-4A86-8275-A54144BF6839}"/>
              </a:ext>
            </a:extLst>
          </p:cNvPr>
          <p:cNvSpPr/>
          <p:nvPr/>
        </p:nvSpPr>
        <p:spPr>
          <a:xfrm>
            <a:off x="6650" y="730652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8048B9C-DAFB-406A-8598-1B95910053AF}"/>
              </a:ext>
            </a:extLst>
          </p:cNvPr>
          <p:cNvSpPr/>
          <p:nvPr/>
        </p:nvSpPr>
        <p:spPr>
          <a:xfrm>
            <a:off x="656612" y="4486885"/>
            <a:ext cx="390953" cy="3468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58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92317"/>
              </p:ext>
            </p:extLst>
          </p:nvPr>
        </p:nvGraphicFramePr>
        <p:xfrm>
          <a:off x="167341" y="7295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김민희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</a:rPr>
                        <a:t>Service_service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2022.04.03.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메인 화면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상단 혹은 하단 기술과 서비스 중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서비스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＂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4-2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44205"/>
              </p:ext>
            </p:extLst>
          </p:nvPr>
        </p:nvGraphicFramePr>
        <p:xfrm>
          <a:off x="8785412" y="817052"/>
          <a:ext cx="3227294" cy="5865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548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597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서비스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메인 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2-1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2-2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기술과 서비스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＇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약속과 책임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검색창으로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전체 페이지 영문 번역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자체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다크모드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전환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서비스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7-1 ~ 7-8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까지 모든 페이지 뷰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카카오톡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~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소셜임팩트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페이지로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속 개별 페이지로 이동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공유하기 버튼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페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트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</a:rPr>
                        <a:t>url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474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개별 페이지에서 키워드 클릭 시 관련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아티클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열람 가능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5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카카오톡 즉시 다운로드 가능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551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88819E3-D408-4A85-9BE0-C6132096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94" y="890868"/>
            <a:ext cx="8469300" cy="57916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5CD6788-CA79-45AE-9091-78BD8E008ED2}"/>
              </a:ext>
            </a:extLst>
          </p:cNvPr>
          <p:cNvSpPr/>
          <p:nvPr/>
        </p:nvSpPr>
        <p:spPr>
          <a:xfrm>
            <a:off x="31698" y="877084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2D48CF-E27D-4FD3-B3F6-B22F5C0E00DB}"/>
              </a:ext>
            </a:extLst>
          </p:cNvPr>
          <p:cNvSpPr/>
          <p:nvPr/>
        </p:nvSpPr>
        <p:spPr>
          <a:xfrm>
            <a:off x="2438189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F5DF9-B921-4685-8D72-7EB342F66666}"/>
              </a:ext>
            </a:extLst>
          </p:cNvPr>
          <p:cNvSpPr/>
          <p:nvPr/>
        </p:nvSpPr>
        <p:spPr>
          <a:xfrm>
            <a:off x="3018408" y="908686"/>
            <a:ext cx="47939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475DE6-EEDB-43BC-95FA-5D8BE75926D5}"/>
              </a:ext>
            </a:extLst>
          </p:cNvPr>
          <p:cNvSpPr/>
          <p:nvPr/>
        </p:nvSpPr>
        <p:spPr>
          <a:xfrm>
            <a:off x="3634620" y="908686"/>
            <a:ext cx="47939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85B5AB-AAD0-4677-B14B-89878F27F434}"/>
              </a:ext>
            </a:extLst>
          </p:cNvPr>
          <p:cNvSpPr/>
          <p:nvPr/>
        </p:nvSpPr>
        <p:spPr>
          <a:xfrm>
            <a:off x="4200094" y="908685"/>
            <a:ext cx="667397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AC8EB9-37A2-4DB8-BA57-0DC9A7EAC6B3}"/>
              </a:ext>
            </a:extLst>
          </p:cNvPr>
          <p:cNvSpPr/>
          <p:nvPr/>
        </p:nvSpPr>
        <p:spPr>
          <a:xfrm>
            <a:off x="5004309" y="908685"/>
            <a:ext cx="667397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913353-10A3-44A2-970B-C44E45DF3CE6}"/>
              </a:ext>
            </a:extLst>
          </p:cNvPr>
          <p:cNvSpPr/>
          <p:nvPr/>
        </p:nvSpPr>
        <p:spPr>
          <a:xfrm>
            <a:off x="7436610" y="908685"/>
            <a:ext cx="333698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6AAA1-92A5-4F47-9D3C-E22A989B651A}"/>
              </a:ext>
            </a:extLst>
          </p:cNvPr>
          <p:cNvSpPr/>
          <p:nvPr/>
        </p:nvSpPr>
        <p:spPr>
          <a:xfrm>
            <a:off x="7770308" y="908685"/>
            <a:ext cx="333698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D2EEB-4FDE-4E51-8EA9-E60964EADFD0}"/>
              </a:ext>
            </a:extLst>
          </p:cNvPr>
          <p:cNvSpPr/>
          <p:nvPr/>
        </p:nvSpPr>
        <p:spPr>
          <a:xfrm>
            <a:off x="8084158" y="908685"/>
            <a:ext cx="333698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CA23D4C-208F-4BD2-8B0D-56F83139A614}"/>
              </a:ext>
            </a:extLst>
          </p:cNvPr>
          <p:cNvSpPr/>
          <p:nvPr/>
        </p:nvSpPr>
        <p:spPr>
          <a:xfrm>
            <a:off x="3264964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192E974-4E18-43A5-8487-2D11BE84781C}"/>
              </a:ext>
            </a:extLst>
          </p:cNvPr>
          <p:cNvSpPr/>
          <p:nvPr/>
        </p:nvSpPr>
        <p:spPr>
          <a:xfrm>
            <a:off x="3952380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3152BE-0C84-4F7E-AC43-7D1BD9E4FB86}"/>
              </a:ext>
            </a:extLst>
          </p:cNvPr>
          <p:cNvSpPr/>
          <p:nvPr/>
        </p:nvSpPr>
        <p:spPr>
          <a:xfrm>
            <a:off x="4658897" y="1161649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0FDD088-7420-4157-B6E8-E1C8460D8279}"/>
              </a:ext>
            </a:extLst>
          </p:cNvPr>
          <p:cNvSpPr/>
          <p:nvPr/>
        </p:nvSpPr>
        <p:spPr>
          <a:xfrm>
            <a:off x="7152196" y="1161648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2FE7C90-0F78-4568-8658-E6D12E19EB22}"/>
              </a:ext>
            </a:extLst>
          </p:cNvPr>
          <p:cNvSpPr/>
          <p:nvPr/>
        </p:nvSpPr>
        <p:spPr>
          <a:xfrm>
            <a:off x="7715169" y="630588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184D3A1-5559-4780-8AD9-5032AEE8BEA8}"/>
              </a:ext>
            </a:extLst>
          </p:cNvPr>
          <p:cNvSpPr/>
          <p:nvPr/>
        </p:nvSpPr>
        <p:spPr>
          <a:xfrm>
            <a:off x="8290108" y="1169397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31A69E-DAC1-453B-8D72-709FFA333E0B}"/>
              </a:ext>
            </a:extLst>
          </p:cNvPr>
          <p:cNvSpPr/>
          <p:nvPr/>
        </p:nvSpPr>
        <p:spPr>
          <a:xfrm>
            <a:off x="3513741" y="281563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E16FA4-B016-4EAC-A483-8E6C75C60B8B}"/>
              </a:ext>
            </a:extLst>
          </p:cNvPr>
          <p:cNvSpPr/>
          <p:nvPr/>
        </p:nvSpPr>
        <p:spPr>
          <a:xfrm>
            <a:off x="2917535" y="2815634"/>
            <a:ext cx="580267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B554D2-674A-4C3C-98FC-D150F92EF04D}"/>
              </a:ext>
            </a:extLst>
          </p:cNvPr>
          <p:cNvSpPr/>
          <p:nvPr/>
        </p:nvSpPr>
        <p:spPr>
          <a:xfrm>
            <a:off x="2281579" y="2815634"/>
            <a:ext cx="656242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C48159-FB01-44BF-80C0-7073592EE450}"/>
              </a:ext>
            </a:extLst>
          </p:cNvPr>
          <p:cNvSpPr/>
          <p:nvPr/>
        </p:nvSpPr>
        <p:spPr>
          <a:xfrm>
            <a:off x="1529365" y="281563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DE244D-59E0-4195-B15B-602ECB32E55F}"/>
              </a:ext>
            </a:extLst>
          </p:cNvPr>
          <p:cNvSpPr/>
          <p:nvPr/>
        </p:nvSpPr>
        <p:spPr>
          <a:xfrm>
            <a:off x="873123" y="2815634"/>
            <a:ext cx="667412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F7F23D-CC1A-4F40-BD98-556CF8A7938C}"/>
              </a:ext>
            </a:extLst>
          </p:cNvPr>
          <p:cNvSpPr/>
          <p:nvPr/>
        </p:nvSpPr>
        <p:spPr>
          <a:xfrm>
            <a:off x="376100" y="2815634"/>
            <a:ext cx="46703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DA2905-4149-4722-B9A4-60A6B93B5C81}"/>
              </a:ext>
            </a:extLst>
          </p:cNvPr>
          <p:cNvSpPr/>
          <p:nvPr/>
        </p:nvSpPr>
        <p:spPr>
          <a:xfrm>
            <a:off x="280157" y="2577572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1C88832-55B0-4F3F-96A8-E52831EB210B}"/>
              </a:ext>
            </a:extLst>
          </p:cNvPr>
          <p:cNvSpPr/>
          <p:nvPr/>
        </p:nvSpPr>
        <p:spPr>
          <a:xfrm>
            <a:off x="910036" y="257757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039777-022C-4A28-84D4-148269D73E6B}"/>
              </a:ext>
            </a:extLst>
          </p:cNvPr>
          <p:cNvSpPr/>
          <p:nvPr/>
        </p:nvSpPr>
        <p:spPr>
          <a:xfrm>
            <a:off x="1654765" y="257757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993A57-3141-4FE2-AC48-1557AF49BE68}"/>
              </a:ext>
            </a:extLst>
          </p:cNvPr>
          <p:cNvSpPr/>
          <p:nvPr/>
        </p:nvSpPr>
        <p:spPr>
          <a:xfrm>
            <a:off x="2363529" y="257757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0147FFF-8821-4CB3-9041-9EC8DE06EE35}"/>
              </a:ext>
            </a:extLst>
          </p:cNvPr>
          <p:cNvSpPr/>
          <p:nvPr/>
        </p:nvSpPr>
        <p:spPr>
          <a:xfrm>
            <a:off x="3066168" y="2577572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F746DBB-A0A5-4E21-9827-758B6ED59E73}"/>
              </a:ext>
            </a:extLst>
          </p:cNvPr>
          <p:cNvSpPr/>
          <p:nvPr/>
        </p:nvSpPr>
        <p:spPr>
          <a:xfrm>
            <a:off x="3737034" y="2572077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AFC4389-0CA9-483C-A428-AB7CA376A42F}"/>
              </a:ext>
            </a:extLst>
          </p:cNvPr>
          <p:cNvSpPr/>
          <p:nvPr/>
        </p:nvSpPr>
        <p:spPr>
          <a:xfrm>
            <a:off x="4261589" y="281563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E1D0403-D0C7-44FB-A2C0-41C980D354EC}"/>
              </a:ext>
            </a:extLst>
          </p:cNvPr>
          <p:cNvSpPr/>
          <p:nvPr/>
        </p:nvSpPr>
        <p:spPr>
          <a:xfrm>
            <a:off x="5016903" y="281563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F6410DC-C445-4736-834A-596D9D87EA76}"/>
              </a:ext>
            </a:extLst>
          </p:cNvPr>
          <p:cNvSpPr/>
          <p:nvPr/>
        </p:nvSpPr>
        <p:spPr>
          <a:xfrm>
            <a:off x="5769117" y="2815634"/>
            <a:ext cx="752214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22DFA4A-DCFA-4C9C-A5CD-07BE50E1583C}"/>
              </a:ext>
            </a:extLst>
          </p:cNvPr>
          <p:cNvSpPr/>
          <p:nvPr/>
        </p:nvSpPr>
        <p:spPr>
          <a:xfrm>
            <a:off x="4466084" y="2572077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7-6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8C55E7D-7D60-4EDB-BB40-501FE58509E0}"/>
              </a:ext>
            </a:extLst>
          </p:cNvPr>
          <p:cNvSpPr/>
          <p:nvPr/>
        </p:nvSpPr>
        <p:spPr>
          <a:xfrm>
            <a:off x="5215111" y="2572077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7-7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DBA903-8CB5-4618-BB29-366841975F2F}"/>
              </a:ext>
            </a:extLst>
          </p:cNvPr>
          <p:cNvSpPr/>
          <p:nvPr/>
        </p:nvSpPr>
        <p:spPr>
          <a:xfrm>
            <a:off x="6046120" y="2572077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7-8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3049CB1-0A5D-4946-AB9A-D832714123EF}"/>
              </a:ext>
            </a:extLst>
          </p:cNvPr>
          <p:cNvSpPr/>
          <p:nvPr/>
        </p:nvSpPr>
        <p:spPr>
          <a:xfrm>
            <a:off x="319590" y="3407750"/>
            <a:ext cx="2697722" cy="327478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7468265-CCEF-4326-97F8-7C37871F7BD3}"/>
              </a:ext>
            </a:extLst>
          </p:cNvPr>
          <p:cNvSpPr/>
          <p:nvPr/>
        </p:nvSpPr>
        <p:spPr>
          <a:xfrm>
            <a:off x="183192" y="3265467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0E652BE-C921-49BC-90D5-E6B43A20B32A}"/>
              </a:ext>
            </a:extLst>
          </p:cNvPr>
          <p:cNvSpPr/>
          <p:nvPr/>
        </p:nvSpPr>
        <p:spPr>
          <a:xfrm>
            <a:off x="2366489" y="3232176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50EC119-CBE5-4F98-A3ED-2F30D36D5365}"/>
              </a:ext>
            </a:extLst>
          </p:cNvPr>
          <p:cNvSpPr/>
          <p:nvPr/>
        </p:nvSpPr>
        <p:spPr>
          <a:xfrm>
            <a:off x="2620811" y="3507862"/>
            <a:ext cx="333698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A8B36C3-4AD1-4FA0-88C0-F5177BC2F135}"/>
              </a:ext>
            </a:extLst>
          </p:cNvPr>
          <p:cNvSpPr/>
          <p:nvPr/>
        </p:nvSpPr>
        <p:spPr>
          <a:xfrm>
            <a:off x="3246686" y="4347709"/>
            <a:ext cx="867327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56BA734-AF07-4464-8049-88DB0B752C88}"/>
              </a:ext>
            </a:extLst>
          </p:cNvPr>
          <p:cNvSpPr/>
          <p:nvPr/>
        </p:nvSpPr>
        <p:spPr>
          <a:xfrm>
            <a:off x="4159017" y="4332958"/>
            <a:ext cx="375299" cy="3253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700AA79-0698-405F-9D60-A1691AFE1ED2}"/>
              </a:ext>
            </a:extLst>
          </p:cNvPr>
          <p:cNvSpPr/>
          <p:nvPr/>
        </p:nvSpPr>
        <p:spPr>
          <a:xfrm>
            <a:off x="506834" y="4381884"/>
            <a:ext cx="478588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60C402D-BD35-40CD-B056-820574CCB1BC}"/>
              </a:ext>
            </a:extLst>
          </p:cNvPr>
          <p:cNvSpPr/>
          <p:nvPr/>
        </p:nvSpPr>
        <p:spPr>
          <a:xfrm>
            <a:off x="985016" y="4332957"/>
            <a:ext cx="375299" cy="3253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10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92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325</Words>
  <Application>Microsoft Office PowerPoint</Application>
  <PresentationFormat>와이드스크린</PresentationFormat>
  <Paragraphs>136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minhee</dc:creator>
  <cp:lastModifiedBy>kim minhee</cp:lastModifiedBy>
  <cp:revision>3</cp:revision>
  <dcterms:created xsi:type="dcterms:W3CDTF">2022-04-03T07:58:29Z</dcterms:created>
  <dcterms:modified xsi:type="dcterms:W3CDTF">2022-04-03T10:57:05Z</dcterms:modified>
</cp:coreProperties>
</file>