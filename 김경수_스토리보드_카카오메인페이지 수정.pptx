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94660"/>
  </p:normalViewPr>
  <p:slideViewPr>
    <p:cSldViewPr snapToGrid="0">
      <p:cViewPr varScale="1">
        <p:scale>
          <a:sx n="82" d="100"/>
          <a:sy n="82" d="100"/>
        </p:scale>
        <p:origin x="7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7EEF7-4A67-45E9-93A2-5E09AE9EE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561C6B-38FF-457C-AD42-9550E16D1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FD27B6-78A4-447E-8969-34A4C1CE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14370-4543-4AE9-98EE-FD7AE180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408679-893A-4EA6-B8B3-0DC32431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405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E1884-E253-45C4-BDF8-6B4ED508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24E2B8-179A-46D4-A844-21CED554B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1108BA-ABFA-4161-94C4-62961FA7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707602-C4BC-463F-9A97-4FA6C651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6BA16C-9E60-4878-AA88-0B71C579E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108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CA749-58FE-4B36-8AC6-5786C9E86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51B85B-3166-4B2A-BFC5-914ABAE83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EAB858-F97F-47F6-B5EA-F7FB372C3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63CC58-C36B-492D-A551-7C80E375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3ADE5-6EB4-4D1E-9156-7E8963989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21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F50A7-C3A0-452C-9F81-4B491531E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96C83-F125-4C16-94C5-CDD5178F7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0745EA-3ABE-4543-B480-73A544BDC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2EEC84-CD4A-409E-BD10-47C92530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ABDE6B-C0FE-4F38-AFB7-B282F823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FC279-753D-4382-A573-2A047EDE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857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4713F-6ABA-48B9-91BD-48B29D348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298C7-072F-4186-9AAA-962F823DE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9B1358-A60A-4D2B-A597-D3DA790C6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8191DC-519B-4D17-A5F6-A6F1E3765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D5E589-08D5-46AB-9BE0-C2FF4B8078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8AC09D-E736-4A71-A3C4-0CE25C35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7C652DB-44F3-4098-9056-580C2BE1F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6D6945-A167-4C0A-A830-33F9F263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35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B2731-C9E6-40CA-AAC3-565870127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53FD93-E689-4C84-B5EB-C58BFD8E6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7F4DCAF-8845-43DF-A2C0-1085A9104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BE2B96-D2AD-43F7-A595-F778456E8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50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EC0B81-D562-49A5-8B92-AE9ECB88F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3D206C-E576-47A8-9377-39AE872B1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6A12E0-A07A-499A-A36F-61B0235F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852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7B506-704E-4F13-AD08-135F5F4D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F90A9A-1343-46C8-95FF-4682E16B7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F74806-B48F-49A7-A9C1-265F57FD9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931788-0E62-4AD6-B840-9FCC09C6C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6F810E-6490-495F-BFD1-DC72EF73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55DB97-A7CB-4F02-B7A5-585FCE51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63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7941C-68BE-4742-A7EB-F8FB34A26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9D42F9C-C101-437C-AD08-D253988719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D614FC-A0A5-45D2-B4EA-42EDA6627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C607B3-34B7-4ADE-A07B-A6C0E8B44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79851C-4124-4311-B2B3-EF977D042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AE2773-7888-46DA-8A3F-5C97E8F5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47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437E5-5470-4185-A02E-5261932C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F50B42-5C03-4729-8093-10C4E979A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0100F-C107-48F9-A3BE-8428A7C25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A5245E-4D94-43DC-891A-277F04C4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E3AE8-CA19-4EDE-96BA-8799BE61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07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6F597C-7AC1-41DD-B013-84FA4FB3B8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DF338-9774-40A7-87B9-A973718A2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63857B-A650-405B-B4CC-106E27C34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BCEA5F-6CE7-4E43-A5DE-F17A7F18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E84B9-4DAA-425E-8884-BEE1F98D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269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7B78DA-8AC6-4A2E-B9BE-4CEE06525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452701-4684-408A-A4D1-A31A2D149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C668DA-FDE2-4D47-94D8-8500837D18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77CBB-0AA6-420C-83D0-140CE6DC0415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39B2C7-B161-4511-8EDF-462CE4C93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27C7CA-2DB1-4DF2-9784-D16F1CD18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3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>
            <a:extLst>
              <a:ext uri="{FF2B5EF4-FFF2-40B4-BE49-F238E27FC236}">
                <a16:creationId xmlns:a16="http://schemas.microsoft.com/office/drawing/2014/main" id="{324E28B8-EC7D-4DB8-9366-FD05FE7B4D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70" r="16224" b="-531"/>
          <a:stretch/>
        </p:blipFill>
        <p:spPr>
          <a:xfrm>
            <a:off x="167341" y="862867"/>
            <a:ext cx="8426142" cy="5830056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70CD325-B6BD-49B0-88B2-CD5BE1082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720507"/>
              </p:ext>
            </p:extLst>
          </p:nvPr>
        </p:nvGraphicFramePr>
        <p:xfrm>
          <a:off x="167341" y="85531"/>
          <a:ext cx="1184536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76">
                  <a:extLst>
                    <a:ext uri="{9D8B030D-6E8A-4147-A177-3AD203B41FA5}">
                      <a16:colId xmlns:a16="http://schemas.microsoft.com/office/drawing/2014/main" val="2060732783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34575461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1500370508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119732648"/>
                    </a:ext>
                  </a:extLst>
                </a:gridCol>
                <a:gridCol w="1832768">
                  <a:extLst>
                    <a:ext uri="{9D8B030D-6E8A-4147-A177-3AD203B41FA5}">
                      <a16:colId xmlns:a16="http://schemas.microsoft.com/office/drawing/2014/main" val="2421768395"/>
                    </a:ext>
                  </a:extLst>
                </a:gridCol>
                <a:gridCol w="1551196">
                  <a:extLst>
                    <a:ext uri="{9D8B030D-6E8A-4147-A177-3AD203B41FA5}">
                      <a16:colId xmlns:a16="http://schemas.microsoft.com/office/drawing/2014/main" val="2571627240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41551347"/>
                    </a:ext>
                  </a:extLst>
                </a:gridCol>
              </a:tblGrid>
              <a:tr h="241374">
                <a:tc rowSpan="3">
                  <a:txBody>
                    <a:bodyPr/>
                    <a:lstStyle/>
                    <a:p>
                      <a:pPr latinLnBrk="1"/>
                      <a:endParaRPr lang="ko-KR" altLang="en-US" sz="11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프로젝트명</a:t>
                      </a:r>
                      <a:endParaRPr lang="en-US" altLang="ko-KR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카카오를 보다 달콤하게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서비스명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Ver.1</a:t>
                      </a:r>
                      <a:endParaRPr lang="ko-KR" altLang="en-US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53894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작성자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김경수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화면코드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main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일자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2022.04.05.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48622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화면경로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카카오 </a:t>
                      </a:r>
                      <a:r>
                        <a:rPr lang="ko-KR" altLang="en-US" sz="1000" dirty="0" err="1">
                          <a:solidFill>
                            <a:sysClr val="windowText" lastClr="000000"/>
                          </a:solidFill>
                        </a:rPr>
                        <a:t>메인페이지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6804"/>
                  </a:ext>
                </a:extLst>
              </a:tr>
            </a:tbl>
          </a:graphicData>
        </a:graphic>
      </p:graphicFrame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EBB9F698-A87C-42A8-A4F5-5F2295B29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711289"/>
              </p:ext>
            </p:extLst>
          </p:nvPr>
        </p:nvGraphicFramePr>
        <p:xfrm>
          <a:off x="8760289" y="817051"/>
          <a:ext cx="3252419" cy="5830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714">
                  <a:extLst>
                    <a:ext uri="{9D8B030D-6E8A-4147-A177-3AD203B41FA5}">
                      <a16:colId xmlns:a16="http://schemas.microsoft.com/office/drawing/2014/main" val="1032726533"/>
                    </a:ext>
                  </a:extLst>
                </a:gridCol>
                <a:gridCol w="2651705">
                  <a:extLst>
                    <a:ext uri="{9D8B030D-6E8A-4147-A177-3AD203B41FA5}">
                      <a16:colId xmlns:a16="http://schemas.microsoft.com/office/drawing/2014/main" val="3584690878"/>
                    </a:ext>
                  </a:extLst>
                </a:gridCol>
              </a:tblGrid>
              <a:tr h="2972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37330"/>
                  </a:ext>
                </a:extLst>
              </a:tr>
              <a:tr h="3013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ysClr val="windowText" lastClr="000000"/>
                          </a:solidFill>
                        </a:rPr>
                        <a:t>메인 페이지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25494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GNB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441956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뉴스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페이지의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보도자료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1”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4852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00" dirty="0" err="1">
                          <a:solidFill>
                            <a:sysClr val="windowText" lastClr="000000"/>
                          </a:solidFill>
                        </a:rPr>
                        <a:t>약속과책임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 페이지로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076676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668959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97957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279007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493630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48520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20561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106544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841883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460440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632105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85512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539975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781408"/>
                  </a:ext>
                </a:extLst>
              </a:tr>
              <a:tr h="409185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37069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29ED035-B848-461B-8CE7-5BA39AA67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5016" y1="48485" x2="15016" y2="48485"/>
                        <a14:foregroundMark x1="10543" y1="46667" x2="10543" y2="46667"/>
                        <a14:foregroundMark x1="28754" y1="53939" x2="28754" y2="53939"/>
                        <a14:foregroundMark x1="34824" y1="48485" x2="34824" y2="48485"/>
                        <a14:foregroundMark x1="38658" y1="52727" x2="38658" y2="52727"/>
                        <a14:foregroundMark x1="51757" y1="52727" x2="51757" y2="52727"/>
                        <a14:foregroundMark x1="88818" y1="64242" x2="88818" y2="64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297" y="39715"/>
            <a:ext cx="1561496" cy="82315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50BB7A-5CE5-4085-84F6-DFA1EDEED2E0}"/>
              </a:ext>
            </a:extLst>
          </p:cNvPr>
          <p:cNvSpPr/>
          <p:nvPr/>
        </p:nvSpPr>
        <p:spPr>
          <a:xfrm>
            <a:off x="254427" y="924476"/>
            <a:ext cx="8339056" cy="329557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F7E8F2-7CBD-4084-B063-61E5BDCCD13D}"/>
              </a:ext>
            </a:extLst>
          </p:cNvPr>
          <p:cNvSpPr/>
          <p:nvPr/>
        </p:nvSpPr>
        <p:spPr>
          <a:xfrm>
            <a:off x="247061" y="3164040"/>
            <a:ext cx="4168121" cy="3476339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C1FB630-2B61-4A86-8275-A54144BF6839}"/>
              </a:ext>
            </a:extLst>
          </p:cNvPr>
          <p:cNvSpPr/>
          <p:nvPr/>
        </p:nvSpPr>
        <p:spPr>
          <a:xfrm>
            <a:off x="36630" y="997728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90AD8742-CE3E-43CD-AD1C-734AC6C339E3}"/>
              </a:ext>
            </a:extLst>
          </p:cNvPr>
          <p:cNvSpPr/>
          <p:nvPr/>
        </p:nvSpPr>
        <p:spPr>
          <a:xfrm>
            <a:off x="28369" y="3175008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D6D21CA-B4F1-4869-B5C6-35A91A84B1D9}"/>
              </a:ext>
            </a:extLst>
          </p:cNvPr>
          <p:cNvSpPr/>
          <p:nvPr/>
        </p:nvSpPr>
        <p:spPr>
          <a:xfrm>
            <a:off x="6623398" y="3072514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3C58F82-79F8-43EF-B7AA-743BFE383F03}"/>
              </a:ext>
            </a:extLst>
          </p:cNvPr>
          <p:cNvSpPr/>
          <p:nvPr/>
        </p:nvSpPr>
        <p:spPr>
          <a:xfrm>
            <a:off x="6590952" y="3358059"/>
            <a:ext cx="2002531" cy="1144271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58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70CD325-B6BD-49B0-88B2-CD5BE1082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818974"/>
              </p:ext>
            </p:extLst>
          </p:nvPr>
        </p:nvGraphicFramePr>
        <p:xfrm>
          <a:off x="167341" y="72951"/>
          <a:ext cx="1184536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76">
                  <a:extLst>
                    <a:ext uri="{9D8B030D-6E8A-4147-A177-3AD203B41FA5}">
                      <a16:colId xmlns:a16="http://schemas.microsoft.com/office/drawing/2014/main" val="2060732783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34575461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1500370508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119732648"/>
                    </a:ext>
                  </a:extLst>
                </a:gridCol>
                <a:gridCol w="1846557">
                  <a:extLst>
                    <a:ext uri="{9D8B030D-6E8A-4147-A177-3AD203B41FA5}">
                      <a16:colId xmlns:a16="http://schemas.microsoft.com/office/drawing/2014/main" val="2421768395"/>
                    </a:ext>
                  </a:extLst>
                </a:gridCol>
                <a:gridCol w="1537407">
                  <a:extLst>
                    <a:ext uri="{9D8B030D-6E8A-4147-A177-3AD203B41FA5}">
                      <a16:colId xmlns:a16="http://schemas.microsoft.com/office/drawing/2014/main" val="2571627240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41551347"/>
                    </a:ext>
                  </a:extLst>
                </a:gridCol>
              </a:tblGrid>
              <a:tr h="241374">
                <a:tc rowSpan="3">
                  <a:txBody>
                    <a:bodyPr/>
                    <a:lstStyle/>
                    <a:p>
                      <a:pPr latinLnBrk="1"/>
                      <a:endParaRPr lang="ko-KR" altLang="en-US" sz="11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프로젝트명</a:t>
                      </a:r>
                      <a:endParaRPr lang="en-US" altLang="ko-KR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카카오를 보다 달콤하게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서비스명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Ver.1</a:t>
                      </a:r>
                      <a:endParaRPr lang="ko-KR" altLang="en-US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53894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작성자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김경수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화면코드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main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일자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2022.04.05.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48622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화면경로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ysClr val="windowText" lastClr="000000"/>
                          </a:solidFill>
                        </a:rPr>
                        <a:t>메인페이지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스크롤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6804"/>
                  </a:ext>
                </a:extLst>
              </a:tr>
            </a:tbl>
          </a:graphicData>
        </a:graphic>
      </p:graphicFrame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EBB9F698-A87C-42A8-A4F5-5F2295B29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993742"/>
              </p:ext>
            </p:extLst>
          </p:nvPr>
        </p:nvGraphicFramePr>
        <p:xfrm>
          <a:off x="8785412" y="818606"/>
          <a:ext cx="3227294" cy="5863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072">
                  <a:extLst>
                    <a:ext uri="{9D8B030D-6E8A-4147-A177-3AD203B41FA5}">
                      <a16:colId xmlns:a16="http://schemas.microsoft.com/office/drawing/2014/main" val="1032726533"/>
                    </a:ext>
                  </a:extLst>
                </a:gridCol>
                <a:gridCol w="2631222">
                  <a:extLst>
                    <a:ext uri="{9D8B030D-6E8A-4147-A177-3AD203B41FA5}">
                      <a16:colId xmlns:a16="http://schemas.microsoft.com/office/drawing/2014/main" val="3584690878"/>
                    </a:ext>
                  </a:extLst>
                </a:gridCol>
              </a:tblGrid>
              <a:tr h="3532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105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37330"/>
                  </a:ext>
                </a:extLst>
              </a:tr>
              <a:tr h="35973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메인 페이지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25494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카카오문화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페이지로 이동</a:t>
                      </a:r>
                      <a:endParaRPr lang="en-US" altLang="ko-KR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441956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en-US" altLang="ko-KR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4852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076676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668959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97957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279007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493630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48520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20561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106544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841883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460440"/>
                  </a:ext>
                </a:extLst>
              </a:tr>
              <a:tr h="47438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632105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8551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29ED035-B848-461B-8CE7-5BA39AA67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5016" y1="48485" x2="15016" y2="48485"/>
                        <a14:foregroundMark x1="10543" y1="46667" x2="10543" y2="46667"/>
                        <a14:foregroundMark x1="28754" y1="53939" x2="28754" y2="53939"/>
                        <a14:foregroundMark x1="34824" y1="48485" x2="34824" y2="48485"/>
                        <a14:foregroundMark x1="38658" y1="52727" x2="38658" y2="52727"/>
                        <a14:foregroundMark x1="51757" y1="52727" x2="51757" y2="52727"/>
                        <a14:foregroundMark x1="88818" y1="64242" x2="88818" y2="64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297" y="39715"/>
            <a:ext cx="1561496" cy="823153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4B4CBF67-FDB9-491A-A759-41FBDF99F4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706" r="15828" b="1405"/>
          <a:stretch/>
        </p:blipFill>
        <p:spPr>
          <a:xfrm>
            <a:off x="167341" y="818606"/>
            <a:ext cx="8469301" cy="5781517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302399BE-F506-4BA3-97C9-A69E72F071FE}"/>
              </a:ext>
            </a:extLst>
          </p:cNvPr>
          <p:cNvSpPr/>
          <p:nvPr/>
        </p:nvSpPr>
        <p:spPr>
          <a:xfrm>
            <a:off x="247061" y="3187337"/>
            <a:ext cx="8389581" cy="3597712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B52E203-6BD9-42B4-B381-A92EAD785B24}"/>
              </a:ext>
            </a:extLst>
          </p:cNvPr>
          <p:cNvSpPr/>
          <p:nvPr/>
        </p:nvSpPr>
        <p:spPr>
          <a:xfrm>
            <a:off x="421233" y="3337474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9181AF7-D2E2-4DCD-812C-1056408696BC}"/>
              </a:ext>
            </a:extLst>
          </p:cNvPr>
          <p:cNvSpPr/>
          <p:nvPr/>
        </p:nvSpPr>
        <p:spPr>
          <a:xfrm>
            <a:off x="273730" y="1211239"/>
            <a:ext cx="4168121" cy="190103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926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54459546-480B-4497-92B6-53ECBB7CF4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82" r="14373"/>
          <a:stretch/>
        </p:blipFill>
        <p:spPr>
          <a:xfrm>
            <a:off x="87086" y="862868"/>
            <a:ext cx="8698326" cy="5863862"/>
          </a:xfrm>
          <a:prstGeom prst="rect">
            <a:avLst/>
          </a:prstGeom>
        </p:spPr>
      </p:pic>
      <p:graphicFrame>
        <p:nvGraphicFramePr>
          <p:cNvPr id="11" name="표 4">
            <a:extLst>
              <a:ext uri="{FF2B5EF4-FFF2-40B4-BE49-F238E27FC236}">
                <a16:creationId xmlns:a16="http://schemas.microsoft.com/office/drawing/2014/main" id="{3621FA56-A214-420D-BE6F-46EB52735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43670"/>
              </p:ext>
            </p:extLst>
          </p:nvPr>
        </p:nvGraphicFramePr>
        <p:xfrm>
          <a:off x="167341" y="72951"/>
          <a:ext cx="1184536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76">
                  <a:extLst>
                    <a:ext uri="{9D8B030D-6E8A-4147-A177-3AD203B41FA5}">
                      <a16:colId xmlns:a16="http://schemas.microsoft.com/office/drawing/2014/main" val="2060732783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34575461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1500370508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119732648"/>
                    </a:ext>
                  </a:extLst>
                </a:gridCol>
                <a:gridCol w="1846557">
                  <a:extLst>
                    <a:ext uri="{9D8B030D-6E8A-4147-A177-3AD203B41FA5}">
                      <a16:colId xmlns:a16="http://schemas.microsoft.com/office/drawing/2014/main" val="2421768395"/>
                    </a:ext>
                  </a:extLst>
                </a:gridCol>
                <a:gridCol w="1537407">
                  <a:extLst>
                    <a:ext uri="{9D8B030D-6E8A-4147-A177-3AD203B41FA5}">
                      <a16:colId xmlns:a16="http://schemas.microsoft.com/office/drawing/2014/main" val="2571627240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41551347"/>
                    </a:ext>
                  </a:extLst>
                </a:gridCol>
              </a:tblGrid>
              <a:tr h="241374">
                <a:tc rowSpan="3">
                  <a:txBody>
                    <a:bodyPr/>
                    <a:lstStyle/>
                    <a:p>
                      <a:pPr latinLnBrk="1"/>
                      <a:endParaRPr lang="ko-KR" altLang="en-US" sz="11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프로젝트명</a:t>
                      </a:r>
                      <a:endParaRPr lang="en-US" altLang="ko-KR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카카오를 보다 달콤하게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서비스명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Ver.1</a:t>
                      </a:r>
                      <a:endParaRPr lang="ko-KR" altLang="en-US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53894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작성자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김경수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화면코드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main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일자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2022.04.05.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48622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화면경로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ysClr val="windowText" lastClr="000000"/>
                          </a:solidFill>
                        </a:rPr>
                        <a:t>메인페이지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스크롤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스크롤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6804"/>
                  </a:ext>
                </a:extLst>
              </a:tr>
            </a:tbl>
          </a:graphicData>
        </a:graphic>
      </p:graphicFrame>
      <p:graphicFrame>
        <p:nvGraphicFramePr>
          <p:cNvPr id="12" name="표 6">
            <a:extLst>
              <a:ext uri="{FF2B5EF4-FFF2-40B4-BE49-F238E27FC236}">
                <a16:creationId xmlns:a16="http://schemas.microsoft.com/office/drawing/2014/main" id="{366FBED2-909A-4714-AF91-F0AE9DE3D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943004"/>
              </p:ext>
            </p:extLst>
          </p:nvPr>
        </p:nvGraphicFramePr>
        <p:xfrm>
          <a:off x="8785412" y="818606"/>
          <a:ext cx="3227294" cy="5863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072">
                  <a:extLst>
                    <a:ext uri="{9D8B030D-6E8A-4147-A177-3AD203B41FA5}">
                      <a16:colId xmlns:a16="http://schemas.microsoft.com/office/drawing/2014/main" val="1032726533"/>
                    </a:ext>
                  </a:extLst>
                </a:gridCol>
                <a:gridCol w="2631222">
                  <a:extLst>
                    <a:ext uri="{9D8B030D-6E8A-4147-A177-3AD203B41FA5}">
                      <a16:colId xmlns:a16="http://schemas.microsoft.com/office/drawing/2014/main" val="3584690878"/>
                    </a:ext>
                  </a:extLst>
                </a:gridCol>
              </a:tblGrid>
              <a:tr h="3532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105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37330"/>
                  </a:ext>
                </a:extLst>
              </a:tr>
              <a:tr h="35973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메인 페이지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25494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페이지의 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“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보도자료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3”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으로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441956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페이지의 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“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보도자료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2”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으로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4852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페이지의 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“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보도자료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4”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으로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076676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668959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97957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279007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493630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48520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20561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106544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841883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460440"/>
                  </a:ext>
                </a:extLst>
              </a:tr>
              <a:tr h="47438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632105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8551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C4638BB-DDDF-4802-BABB-15174DE32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5016" y1="48485" x2="15016" y2="48485"/>
                        <a14:foregroundMark x1="10543" y1="46667" x2="10543" y2="46667"/>
                        <a14:foregroundMark x1="28754" y1="53939" x2="28754" y2="53939"/>
                        <a14:foregroundMark x1="34824" y1="48485" x2="34824" y2="48485"/>
                        <a14:foregroundMark x1="38658" y1="52727" x2="38658" y2="52727"/>
                        <a14:foregroundMark x1="51757" y1="52727" x2="51757" y2="52727"/>
                        <a14:foregroundMark x1="88818" y1="64242" x2="88818" y2="64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297" y="39715"/>
            <a:ext cx="1561496" cy="823153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DF0E6E3-A0E1-47FE-9945-E2A08EFFAAB6}"/>
              </a:ext>
            </a:extLst>
          </p:cNvPr>
          <p:cNvSpPr/>
          <p:nvPr/>
        </p:nvSpPr>
        <p:spPr>
          <a:xfrm>
            <a:off x="4419962" y="1898469"/>
            <a:ext cx="4186562" cy="4554582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BA38B8A-CD33-4304-A077-5765CC209942}"/>
              </a:ext>
            </a:extLst>
          </p:cNvPr>
          <p:cNvSpPr/>
          <p:nvPr/>
        </p:nvSpPr>
        <p:spPr>
          <a:xfrm>
            <a:off x="273188" y="3096026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7E3A57-1443-440C-918E-68998BD9DF1D}"/>
              </a:ext>
            </a:extLst>
          </p:cNvPr>
          <p:cNvSpPr/>
          <p:nvPr/>
        </p:nvSpPr>
        <p:spPr>
          <a:xfrm>
            <a:off x="2398621" y="1898469"/>
            <a:ext cx="1842453" cy="2767235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9C3AC4-6838-40B0-A385-0DCFB766F50B}"/>
              </a:ext>
            </a:extLst>
          </p:cNvPr>
          <p:cNvSpPr/>
          <p:nvPr/>
        </p:nvSpPr>
        <p:spPr>
          <a:xfrm>
            <a:off x="206297" y="3337474"/>
            <a:ext cx="1979554" cy="2767235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5769B96-4F33-4D73-8E8D-9AF0D6750380}"/>
              </a:ext>
            </a:extLst>
          </p:cNvPr>
          <p:cNvSpPr/>
          <p:nvPr/>
        </p:nvSpPr>
        <p:spPr>
          <a:xfrm>
            <a:off x="2155991" y="1876997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3431D2E-ECBA-4EAC-AB66-D338B5E941B4}"/>
              </a:ext>
            </a:extLst>
          </p:cNvPr>
          <p:cNvSpPr/>
          <p:nvPr/>
        </p:nvSpPr>
        <p:spPr>
          <a:xfrm>
            <a:off x="4419962" y="1678791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41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994EBC85-64BA-4A9B-B62A-6F79DE65E0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40" r="15593"/>
          <a:stretch/>
        </p:blipFill>
        <p:spPr>
          <a:xfrm>
            <a:off x="206297" y="896104"/>
            <a:ext cx="8469301" cy="5922181"/>
          </a:xfrm>
          <a:prstGeom prst="rect">
            <a:avLst/>
          </a:prstGeom>
        </p:spPr>
      </p:pic>
      <p:graphicFrame>
        <p:nvGraphicFramePr>
          <p:cNvPr id="14" name="표 4">
            <a:extLst>
              <a:ext uri="{FF2B5EF4-FFF2-40B4-BE49-F238E27FC236}">
                <a16:creationId xmlns:a16="http://schemas.microsoft.com/office/drawing/2014/main" id="{F29132C2-3953-47A7-893F-19B09F0AF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79266"/>
              </p:ext>
            </p:extLst>
          </p:nvPr>
        </p:nvGraphicFramePr>
        <p:xfrm>
          <a:off x="167341" y="72951"/>
          <a:ext cx="1184536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76">
                  <a:extLst>
                    <a:ext uri="{9D8B030D-6E8A-4147-A177-3AD203B41FA5}">
                      <a16:colId xmlns:a16="http://schemas.microsoft.com/office/drawing/2014/main" val="2060732783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34575461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1500370508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119732648"/>
                    </a:ext>
                  </a:extLst>
                </a:gridCol>
                <a:gridCol w="1846557">
                  <a:extLst>
                    <a:ext uri="{9D8B030D-6E8A-4147-A177-3AD203B41FA5}">
                      <a16:colId xmlns:a16="http://schemas.microsoft.com/office/drawing/2014/main" val="2421768395"/>
                    </a:ext>
                  </a:extLst>
                </a:gridCol>
                <a:gridCol w="1537407">
                  <a:extLst>
                    <a:ext uri="{9D8B030D-6E8A-4147-A177-3AD203B41FA5}">
                      <a16:colId xmlns:a16="http://schemas.microsoft.com/office/drawing/2014/main" val="2571627240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41551347"/>
                    </a:ext>
                  </a:extLst>
                </a:gridCol>
              </a:tblGrid>
              <a:tr h="241374">
                <a:tc rowSpan="3">
                  <a:txBody>
                    <a:bodyPr/>
                    <a:lstStyle/>
                    <a:p>
                      <a:pPr latinLnBrk="1"/>
                      <a:endParaRPr lang="ko-KR" altLang="en-US" sz="11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프로젝트명</a:t>
                      </a:r>
                      <a:endParaRPr lang="en-US" altLang="ko-KR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카카오를 보다 달콤하게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서비스명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Ver.1</a:t>
                      </a:r>
                      <a:endParaRPr lang="ko-KR" altLang="en-US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53894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작성자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김경수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화면코드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main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일자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2022.04.05.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48622"/>
                  </a:ext>
                </a:extLst>
              </a:tr>
              <a:tr h="17713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화면경로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ysClr val="windowText" lastClr="000000"/>
                          </a:solidFill>
                        </a:rPr>
                        <a:t>메인페이지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ysClr val="windowText" lastClr="000000"/>
                          </a:solidFill>
                        </a:rPr>
                        <a:t>최하단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6804"/>
                  </a:ext>
                </a:extLst>
              </a:tr>
            </a:tbl>
          </a:graphicData>
        </a:graphic>
      </p:graphicFrame>
      <p:graphicFrame>
        <p:nvGraphicFramePr>
          <p:cNvPr id="15" name="표 6">
            <a:extLst>
              <a:ext uri="{FF2B5EF4-FFF2-40B4-BE49-F238E27FC236}">
                <a16:creationId xmlns:a16="http://schemas.microsoft.com/office/drawing/2014/main" id="{2F236832-C3D3-49E9-9FE5-B96C03858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081021"/>
              </p:ext>
            </p:extLst>
          </p:nvPr>
        </p:nvGraphicFramePr>
        <p:xfrm>
          <a:off x="8785412" y="818606"/>
          <a:ext cx="3227294" cy="5863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072">
                  <a:extLst>
                    <a:ext uri="{9D8B030D-6E8A-4147-A177-3AD203B41FA5}">
                      <a16:colId xmlns:a16="http://schemas.microsoft.com/office/drawing/2014/main" val="1032726533"/>
                    </a:ext>
                  </a:extLst>
                </a:gridCol>
                <a:gridCol w="2631222">
                  <a:extLst>
                    <a:ext uri="{9D8B030D-6E8A-4147-A177-3AD203B41FA5}">
                      <a16:colId xmlns:a16="http://schemas.microsoft.com/office/drawing/2014/main" val="3584690878"/>
                    </a:ext>
                  </a:extLst>
                </a:gridCol>
              </a:tblGrid>
              <a:tr h="3532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105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37330"/>
                  </a:ext>
                </a:extLst>
              </a:tr>
              <a:tr h="35973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메인 페이지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25494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카카오서비스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페이지로 이동</a:t>
                      </a:r>
                      <a:endParaRPr lang="en-US" altLang="ko-KR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441956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 소식 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모아보기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 페이지로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4852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FNB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076676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668959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97957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279007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493630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48520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20561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106544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841883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460440"/>
                  </a:ext>
                </a:extLst>
              </a:tr>
              <a:tr h="47438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632105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85512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6CE72332-1D24-4FA4-8D1E-251333D3D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5016" y1="48485" x2="15016" y2="48485"/>
                        <a14:foregroundMark x1="10543" y1="46667" x2="10543" y2="46667"/>
                        <a14:foregroundMark x1="28754" y1="53939" x2="28754" y2="53939"/>
                        <a14:foregroundMark x1="34824" y1="48485" x2="34824" y2="48485"/>
                        <a14:foregroundMark x1="38658" y1="52727" x2="38658" y2="52727"/>
                        <a14:foregroundMark x1="51757" y1="52727" x2="51757" y2="52727"/>
                        <a14:foregroundMark x1="88818" y1="64242" x2="88818" y2="64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297" y="39715"/>
            <a:ext cx="1561496" cy="82315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A79852-1122-47E7-A0AF-D299413C5963}"/>
              </a:ext>
            </a:extLst>
          </p:cNvPr>
          <p:cNvSpPr/>
          <p:nvPr/>
        </p:nvSpPr>
        <p:spPr>
          <a:xfrm>
            <a:off x="3439809" y="3974843"/>
            <a:ext cx="1924363" cy="807469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FECEDF6-DE9E-45D9-9F75-AAECBDA34DFD}"/>
              </a:ext>
            </a:extLst>
          </p:cNvPr>
          <p:cNvSpPr/>
          <p:nvPr/>
        </p:nvSpPr>
        <p:spPr>
          <a:xfrm>
            <a:off x="36630" y="1344082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348E19-1051-4AB3-88A1-2D053CEC61D1}"/>
              </a:ext>
            </a:extLst>
          </p:cNvPr>
          <p:cNvSpPr/>
          <p:nvPr/>
        </p:nvSpPr>
        <p:spPr>
          <a:xfrm>
            <a:off x="273730" y="1211238"/>
            <a:ext cx="4168121" cy="2455505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D7A599E-10A2-44E3-AD93-56D61FD49560}"/>
              </a:ext>
            </a:extLst>
          </p:cNvPr>
          <p:cNvSpPr/>
          <p:nvPr/>
        </p:nvSpPr>
        <p:spPr>
          <a:xfrm>
            <a:off x="3204786" y="3981877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A0678DA-7554-4FBE-8285-AD7FD8411076}"/>
              </a:ext>
            </a:extLst>
          </p:cNvPr>
          <p:cNvSpPr/>
          <p:nvPr/>
        </p:nvSpPr>
        <p:spPr>
          <a:xfrm>
            <a:off x="167341" y="5637174"/>
            <a:ext cx="8469301" cy="1147875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8AFFD8F-638F-466A-9F53-3B1AC3E8CB9C}"/>
              </a:ext>
            </a:extLst>
          </p:cNvPr>
          <p:cNvSpPr/>
          <p:nvPr/>
        </p:nvSpPr>
        <p:spPr>
          <a:xfrm>
            <a:off x="206297" y="5330867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581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9C4AD5A6-5B22-4A4B-816F-4627EE4BE2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43" r="15076"/>
          <a:stretch/>
        </p:blipFill>
        <p:spPr>
          <a:xfrm>
            <a:off x="113202" y="862867"/>
            <a:ext cx="8592947" cy="5883164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2352EDB-F914-4FB6-938B-FBB7AD119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54969"/>
              </p:ext>
            </p:extLst>
          </p:nvPr>
        </p:nvGraphicFramePr>
        <p:xfrm>
          <a:off x="167341" y="85531"/>
          <a:ext cx="1184536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76">
                  <a:extLst>
                    <a:ext uri="{9D8B030D-6E8A-4147-A177-3AD203B41FA5}">
                      <a16:colId xmlns:a16="http://schemas.microsoft.com/office/drawing/2014/main" val="2060732783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34575461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1500370508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119732648"/>
                    </a:ext>
                  </a:extLst>
                </a:gridCol>
                <a:gridCol w="1832768">
                  <a:extLst>
                    <a:ext uri="{9D8B030D-6E8A-4147-A177-3AD203B41FA5}">
                      <a16:colId xmlns:a16="http://schemas.microsoft.com/office/drawing/2014/main" val="2421768395"/>
                    </a:ext>
                  </a:extLst>
                </a:gridCol>
                <a:gridCol w="1551196">
                  <a:extLst>
                    <a:ext uri="{9D8B030D-6E8A-4147-A177-3AD203B41FA5}">
                      <a16:colId xmlns:a16="http://schemas.microsoft.com/office/drawing/2014/main" val="2571627240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41551347"/>
                    </a:ext>
                  </a:extLst>
                </a:gridCol>
              </a:tblGrid>
              <a:tr h="241374">
                <a:tc rowSpan="3">
                  <a:txBody>
                    <a:bodyPr/>
                    <a:lstStyle/>
                    <a:p>
                      <a:pPr latinLnBrk="1"/>
                      <a:endParaRPr lang="ko-KR" altLang="en-US" sz="11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프로젝트명</a:t>
                      </a:r>
                      <a:endParaRPr lang="en-US" altLang="ko-KR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카카오를 보다 달콤하게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서비스명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Ver.1</a:t>
                      </a:r>
                      <a:endParaRPr lang="ko-KR" altLang="en-US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53894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작성자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김경수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화면코드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main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일자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2022.04.05.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48622"/>
                  </a:ext>
                </a:extLst>
              </a:tr>
              <a:tr h="17326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화면경로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ysClr val="windowText" lastClr="000000"/>
                          </a:solidFill>
                        </a:rPr>
                        <a:t>메인페이지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ysClr val="windowText" lastClr="000000"/>
                          </a:solidFill>
                        </a:rPr>
                        <a:t>최하단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&gt;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 카카오 소식 </a:t>
                      </a:r>
                      <a:r>
                        <a:rPr lang="ko-KR" altLang="en-US" sz="1000" dirty="0" err="1">
                          <a:solidFill>
                            <a:sysClr val="windowText" lastClr="000000"/>
                          </a:solidFill>
                        </a:rPr>
                        <a:t>모아보기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6804"/>
                  </a:ext>
                </a:extLst>
              </a:tr>
            </a:tbl>
          </a:graphicData>
        </a:graphic>
      </p:graphicFrame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B9FB04D0-5B57-4BBC-B803-00BE3562B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405071"/>
              </p:ext>
            </p:extLst>
          </p:nvPr>
        </p:nvGraphicFramePr>
        <p:xfrm>
          <a:off x="8760289" y="817051"/>
          <a:ext cx="3252419" cy="5830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714">
                  <a:extLst>
                    <a:ext uri="{9D8B030D-6E8A-4147-A177-3AD203B41FA5}">
                      <a16:colId xmlns:a16="http://schemas.microsoft.com/office/drawing/2014/main" val="1032726533"/>
                    </a:ext>
                  </a:extLst>
                </a:gridCol>
                <a:gridCol w="2651705">
                  <a:extLst>
                    <a:ext uri="{9D8B030D-6E8A-4147-A177-3AD203B41FA5}">
                      <a16:colId xmlns:a16="http://schemas.microsoft.com/office/drawing/2014/main" val="3584690878"/>
                    </a:ext>
                  </a:extLst>
                </a:gridCol>
              </a:tblGrid>
              <a:tr h="2972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37330"/>
                  </a:ext>
                </a:extLst>
              </a:tr>
              <a:tr h="3013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>
                          <a:solidFill>
                            <a:sysClr val="windowText" lastClr="000000"/>
                          </a:solidFill>
                        </a:rPr>
                        <a:t>모아보기</a:t>
                      </a:r>
                      <a:r>
                        <a:rPr lang="ko-KR" altLang="en-US" sz="900" b="0" dirty="0">
                          <a:solidFill>
                            <a:sysClr val="windowText" lastClr="000000"/>
                          </a:solidFill>
                        </a:rPr>
                        <a:t> 페이지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25494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GNB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441956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뉴스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페이지의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보도자료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1”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4852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뉴스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페이지의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보도자료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2”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076676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뉴스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페이지의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보도자료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3”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668959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뉴스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페이지의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보도자료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4”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97957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279007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493630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48520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20561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106544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841883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460440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632105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85512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539975"/>
                  </a:ext>
                </a:extLst>
              </a:tr>
              <a:tr h="301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781408"/>
                  </a:ext>
                </a:extLst>
              </a:tr>
              <a:tr h="409185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37069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2C19F4FF-E6D9-49BE-9410-359E024A4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5016" y1="48485" x2="15016" y2="48485"/>
                        <a14:foregroundMark x1="10543" y1="46667" x2="10543" y2="46667"/>
                        <a14:foregroundMark x1="28754" y1="53939" x2="28754" y2="53939"/>
                        <a14:foregroundMark x1="34824" y1="48485" x2="34824" y2="48485"/>
                        <a14:foregroundMark x1="38658" y1="52727" x2="38658" y2="52727"/>
                        <a14:foregroundMark x1="51757" y1="52727" x2="51757" y2="52727"/>
                        <a14:foregroundMark x1="88818" y1="64242" x2="88818" y2="64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297" y="39715"/>
            <a:ext cx="1561496" cy="82315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100B381-1FA4-4386-978C-2A73375F816C}"/>
              </a:ext>
            </a:extLst>
          </p:cNvPr>
          <p:cNvSpPr/>
          <p:nvPr/>
        </p:nvSpPr>
        <p:spPr>
          <a:xfrm>
            <a:off x="206297" y="924476"/>
            <a:ext cx="8387186" cy="329557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77B6C3-2F56-438F-B84E-A0E843126A2B}"/>
              </a:ext>
            </a:extLst>
          </p:cNvPr>
          <p:cNvSpPr/>
          <p:nvPr/>
        </p:nvSpPr>
        <p:spPr>
          <a:xfrm>
            <a:off x="247062" y="3622767"/>
            <a:ext cx="2002532" cy="2751908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BA30D0A-4E69-4F4F-9134-165C12CDE89D}"/>
              </a:ext>
            </a:extLst>
          </p:cNvPr>
          <p:cNvSpPr/>
          <p:nvPr/>
        </p:nvSpPr>
        <p:spPr>
          <a:xfrm>
            <a:off x="36630" y="997728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53C9605-69ED-4380-81EA-1DBEEC30EF32}"/>
              </a:ext>
            </a:extLst>
          </p:cNvPr>
          <p:cNvSpPr/>
          <p:nvPr/>
        </p:nvSpPr>
        <p:spPr>
          <a:xfrm>
            <a:off x="253509" y="3399088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B2A6BD8-1BE5-4C13-9C4D-9D8A9CB6787B}"/>
              </a:ext>
            </a:extLst>
          </p:cNvPr>
          <p:cNvSpPr/>
          <p:nvPr/>
        </p:nvSpPr>
        <p:spPr>
          <a:xfrm>
            <a:off x="2335254" y="3397536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CC98CC-FB96-421B-BF13-F8B0484AB195}"/>
              </a:ext>
            </a:extLst>
          </p:cNvPr>
          <p:cNvSpPr/>
          <p:nvPr/>
        </p:nvSpPr>
        <p:spPr>
          <a:xfrm>
            <a:off x="6557912" y="3618414"/>
            <a:ext cx="2002531" cy="2751908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714E70-61A1-4564-B5A7-D49B05085478}"/>
              </a:ext>
            </a:extLst>
          </p:cNvPr>
          <p:cNvSpPr/>
          <p:nvPr/>
        </p:nvSpPr>
        <p:spPr>
          <a:xfrm>
            <a:off x="2326166" y="3618414"/>
            <a:ext cx="2002532" cy="2751908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6649454-91E7-4FCF-9CC9-25166AF1CEAE}"/>
              </a:ext>
            </a:extLst>
          </p:cNvPr>
          <p:cNvSpPr/>
          <p:nvPr/>
        </p:nvSpPr>
        <p:spPr>
          <a:xfrm>
            <a:off x="4409675" y="3618414"/>
            <a:ext cx="2002532" cy="2751908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5CD6CFE-7CB8-44A1-8B4D-E19784FB93C4}"/>
              </a:ext>
            </a:extLst>
          </p:cNvPr>
          <p:cNvSpPr/>
          <p:nvPr/>
        </p:nvSpPr>
        <p:spPr>
          <a:xfrm>
            <a:off x="4406113" y="3379998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12214EE-E01F-4A6D-9A4F-2675970B5BF5}"/>
              </a:ext>
            </a:extLst>
          </p:cNvPr>
          <p:cNvSpPr/>
          <p:nvPr/>
        </p:nvSpPr>
        <p:spPr>
          <a:xfrm>
            <a:off x="6554350" y="3412455"/>
            <a:ext cx="169667" cy="183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5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941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263</Words>
  <Application>Microsoft Office PowerPoint</Application>
  <PresentationFormat>와이드스크린</PresentationFormat>
  <Paragraphs>130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minhee</dc:creator>
  <cp:lastModifiedBy>김경훈</cp:lastModifiedBy>
  <cp:revision>7</cp:revision>
  <dcterms:created xsi:type="dcterms:W3CDTF">2022-04-03T07:58:29Z</dcterms:created>
  <dcterms:modified xsi:type="dcterms:W3CDTF">2022-04-05T12:01:31Z</dcterms:modified>
</cp:coreProperties>
</file>